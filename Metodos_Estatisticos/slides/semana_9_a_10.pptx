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9" r:id="rId3"/>
    <p:sldId id="260" r:id="rId4"/>
    <p:sldId id="294" r:id="rId5"/>
    <p:sldId id="296" r:id="rId6"/>
    <p:sldId id="315" r:id="rId7"/>
    <p:sldId id="316" r:id="rId8"/>
    <p:sldId id="297" r:id="rId9"/>
    <p:sldId id="298" r:id="rId10"/>
    <p:sldId id="299" r:id="rId11"/>
    <p:sldId id="300" r:id="rId12"/>
    <p:sldId id="301" r:id="rId13"/>
    <p:sldId id="302" r:id="rId14"/>
    <p:sldId id="304" r:id="rId15"/>
    <p:sldId id="305" r:id="rId16"/>
    <p:sldId id="306" r:id="rId17"/>
    <p:sldId id="307" r:id="rId18"/>
    <p:sldId id="314" r:id="rId19"/>
    <p:sldId id="308" r:id="rId20"/>
    <p:sldId id="309" r:id="rId21"/>
    <p:sldId id="310" r:id="rId22"/>
    <p:sldId id="311" r:id="rId23"/>
    <p:sldId id="312" r:id="rId24"/>
    <p:sldId id="313" r:id="rId25"/>
    <p:sldId id="317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1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Xavier Cortes" userId="d6af805853004405" providerId="LiveId" clId="{2515B3CB-6173-492D-9A71-D0B1D2F02C37}"/>
    <pc:docChg chg="undo custSel addSld delSld modSld sldOrd">
      <pc:chgData name="Renan Xavier Cortes" userId="d6af805853004405" providerId="LiveId" clId="{2515B3CB-6173-492D-9A71-D0B1D2F02C37}" dt="2026-02-11T11:37:16.476" v="3297" actId="47"/>
      <pc:docMkLst>
        <pc:docMk/>
      </pc:docMkLst>
      <pc:sldChg chg="modSp mod">
        <pc:chgData name="Renan Xavier Cortes" userId="d6af805853004405" providerId="LiveId" clId="{2515B3CB-6173-492D-9A71-D0B1D2F02C37}" dt="2026-02-08T21:03:01.007" v="7" actId="1076"/>
        <pc:sldMkLst>
          <pc:docMk/>
          <pc:sldMk cId="193773268" sldId="256"/>
        </pc:sldMkLst>
        <pc:spChg chg="mod">
          <ac:chgData name="Renan Xavier Cortes" userId="d6af805853004405" providerId="LiveId" clId="{2515B3CB-6173-492D-9A71-D0B1D2F02C37}" dt="2026-02-08T21:03:01.007" v="7" actId="1076"/>
          <ac:spMkLst>
            <pc:docMk/>
            <pc:sldMk cId="193773268" sldId="256"/>
            <ac:spMk id="4" creationId="{D49A408B-D762-44A8-8FB9-8DC0FA83E7C6}"/>
          </ac:spMkLst>
        </pc:spChg>
      </pc:sldChg>
      <pc:sldChg chg="addSp delSp modSp mod">
        <pc:chgData name="Renan Xavier Cortes" userId="d6af805853004405" providerId="LiveId" clId="{2515B3CB-6173-492D-9A71-D0B1D2F02C37}" dt="2026-02-09T11:46:10.213" v="717" actId="1076"/>
        <pc:sldMkLst>
          <pc:docMk/>
          <pc:sldMk cId="1859719164" sldId="259"/>
        </pc:sldMkLst>
        <pc:spChg chg="del">
          <ac:chgData name="Renan Xavier Cortes" userId="d6af805853004405" providerId="LiveId" clId="{2515B3CB-6173-492D-9A71-D0B1D2F02C37}" dt="2026-02-08T21:03:14.477" v="8" actId="478"/>
          <ac:spMkLst>
            <pc:docMk/>
            <pc:sldMk cId="1859719164" sldId="259"/>
            <ac:spMk id="6" creationId="{49637978-38B0-4BC4-C2AD-C11CEC48EFC9}"/>
          </ac:spMkLst>
        </pc:spChg>
        <pc:spChg chg="mod">
          <ac:chgData name="Renan Xavier Cortes" userId="d6af805853004405" providerId="LiveId" clId="{2515B3CB-6173-492D-9A71-D0B1D2F02C37}" dt="2026-02-09T11:46:10.213" v="717" actId="1076"/>
          <ac:spMkLst>
            <pc:docMk/>
            <pc:sldMk cId="1859719164" sldId="259"/>
            <ac:spMk id="14" creationId="{427DBFEB-81BF-4CC3-A411-FBF43D295C56}"/>
          </ac:spMkLst>
        </pc:spChg>
        <pc:spChg chg="add mod">
          <ac:chgData name="Renan Xavier Cortes" userId="d6af805853004405" providerId="LiveId" clId="{2515B3CB-6173-492D-9A71-D0B1D2F02C37}" dt="2026-02-09T11:24:52.311" v="383" actId="403"/>
          <ac:spMkLst>
            <pc:docMk/>
            <pc:sldMk cId="1859719164" sldId="259"/>
            <ac:spMk id="15" creationId="{01081990-45D7-CB61-A0B3-62303C6922B7}"/>
          </ac:spMkLst>
        </pc:spChg>
      </pc:sldChg>
      <pc:sldChg chg="addSp delSp modSp add mod setBg">
        <pc:chgData name="Renan Xavier Cortes" userId="d6af805853004405" providerId="LiveId" clId="{2515B3CB-6173-492D-9A71-D0B1D2F02C37}" dt="2026-02-09T11:24:28.319" v="362" actId="21"/>
        <pc:sldMkLst>
          <pc:docMk/>
          <pc:sldMk cId="666381592" sldId="260"/>
        </pc:sldMkLst>
        <pc:spChg chg="add del mod">
          <ac:chgData name="Renan Xavier Cortes" userId="d6af805853004405" providerId="LiveId" clId="{2515B3CB-6173-492D-9A71-D0B1D2F02C37}" dt="2026-02-09T11:18:03.183" v="101" actId="478"/>
          <ac:spMkLst>
            <pc:docMk/>
            <pc:sldMk cId="666381592" sldId="260"/>
            <ac:spMk id="5" creationId="{49BB5C71-304A-46FF-E73D-DF63A07A51DD}"/>
          </ac:spMkLst>
        </pc:spChg>
        <pc:spChg chg="add mod">
          <ac:chgData name="Renan Xavier Cortes" userId="d6af805853004405" providerId="LiveId" clId="{2515B3CB-6173-492D-9A71-D0B1D2F02C37}" dt="2026-02-09T11:22:41.493" v="325" actId="1076"/>
          <ac:spMkLst>
            <pc:docMk/>
            <pc:sldMk cId="666381592" sldId="260"/>
            <ac:spMk id="6" creationId="{9C9E5C60-0C64-1A87-509B-0752ED1E5267}"/>
          </ac:spMkLst>
        </pc:spChg>
        <pc:spChg chg="mod">
          <ac:chgData name="Renan Xavier Cortes" userId="d6af805853004405" providerId="LiveId" clId="{2515B3CB-6173-492D-9A71-D0B1D2F02C37}" dt="2026-02-09T11:14:57.641" v="86" actId="14100"/>
          <ac:spMkLst>
            <pc:docMk/>
            <pc:sldMk cId="666381592" sldId="260"/>
            <ac:spMk id="8" creationId="{39AE06C5-34BE-4D68-97C3-4C07702C2DF6}"/>
          </ac:spMkLst>
        </pc:spChg>
        <pc:spChg chg="add mod">
          <ac:chgData name="Renan Xavier Cortes" userId="d6af805853004405" providerId="LiveId" clId="{2515B3CB-6173-492D-9A71-D0B1D2F02C37}" dt="2026-02-09T11:22:41.493" v="325" actId="1076"/>
          <ac:spMkLst>
            <pc:docMk/>
            <pc:sldMk cId="666381592" sldId="260"/>
            <ac:spMk id="9" creationId="{47542936-15A8-9DF9-FED3-9E96F9868512}"/>
          </ac:spMkLst>
        </pc:spChg>
        <pc:spChg chg="add mod">
          <ac:chgData name="Renan Xavier Cortes" userId="d6af805853004405" providerId="LiveId" clId="{2515B3CB-6173-492D-9A71-D0B1D2F02C37}" dt="2026-02-09T11:22:41.493" v="325" actId="1076"/>
          <ac:spMkLst>
            <pc:docMk/>
            <pc:sldMk cId="666381592" sldId="260"/>
            <ac:spMk id="10" creationId="{BB39F22E-DC44-3463-EA1C-86ED1CEF50F7}"/>
          </ac:spMkLst>
        </pc:spChg>
        <pc:spChg chg="add mod">
          <ac:chgData name="Renan Xavier Cortes" userId="d6af805853004405" providerId="LiveId" clId="{2515B3CB-6173-492D-9A71-D0B1D2F02C37}" dt="2026-02-09T11:22:41.493" v="325" actId="1076"/>
          <ac:spMkLst>
            <pc:docMk/>
            <pc:sldMk cId="666381592" sldId="260"/>
            <ac:spMk id="11" creationId="{53561C52-2EA7-35DB-92E4-93EE920EFA7D}"/>
          </ac:spMkLst>
        </pc:spChg>
        <pc:spChg chg="add mod">
          <ac:chgData name="Renan Xavier Cortes" userId="d6af805853004405" providerId="LiveId" clId="{2515B3CB-6173-492D-9A71-D0B1D2F02C37}" dt="2026-02-09T11:22:41.493" v="325" actId="1076"/>
          <ac:spMkLst>
            <pc:docMk/>
            <pc:sldMk cId="666381592" sldId="260"/>
            <ac:spMk id="12" creationId="{DCFC7A52-CF5F-3F50-7E6B-5A9D4719DD71}"/>
          </ac:spMkLst>
        </pc:spChg>
        <pc:spChg chg="add mod">
          <ac:chgData name="Renan Xavier Cortes" userId="d6af805853004405" providerId="LiveId" clId="{2515B3CB-6173-492D-9A71-D0B1D2F02C37}" dt="2026-02-09T11:22:41.493" v="325" actId="1076"/>
          <ac:spMkLst>
            <pc:docMk/>
            <pc:sldMk cId="666381592" sldId="260"/>
            <ac:spMk id="13" creationId="{EB39FAF1-10B9-A300-209C-98D6EA6CBB45}"/>
          </ac:spMkLst>
        </pc:spChg>
        <pc:spChg chg="del mod">
          <ac:chgData name="Renan Xavier Cortes" userId="d6af805853004405" providerId="LiveId" clId="{2515B3CB-6173-492D-9A71-D0B1D2F02C37}" dt="2026-02-09T11:16:10.013" v="88" actId="478"/>
          <ac:spMkLst>
            <pc:docMk/>
            <pc:sldMk cId="666381592" sldId="260"/>
            <ac:spMk id="14" creationId="{427DBFEB-81BF-4CC3-A411-FBF43D295C56}"/>
          </ac:spMkLst>
        </pc:spChg>
        <pc:spChg chg="add del mod">
          <ac:chgData name="Renan Xavier Cortes" userId="d6af805853004405" providerId="LiveId" clId="{2515B3CB-6173-492D-9A71-D0B1D2F02C37}" dt="2026-02-09T11:24:28.319" v="362" actId="21"/>
          <ac:spMkLst>
            <pc:docMk/>
            <pc:sldMk cId="666381592" sldId="260"/>
            <ac:spMk id="15" creationId="{01081990-45D7-CB61-A0B3-62303C6922B7}"/>
          </ac:spMkLst>
        </pc:sp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2689213611" sldId="290"/>
        </pc:sldMkLst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2623009487" sldId="291"/>
        </pc:sldMkLst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1711838188" sldId="292"/>
        </pc:sldMkLst>
      </pc:sldChg>
      <pc:sldChg chg="delSp modSp add del mod">
        <pc:chgData name="Renan Xavier Cortes" userId="d6af805853004405" providerId="LiveId" clId="{2515B3CB-6173-492D-9A71-D0B1D2F02C37}" dt="2026-02-09T11:24:08.361" v="356" actId="47"/>
        <pc:sldMkLst>
          <pc:docMk/>
          <pc:sldMk cId="1407976470" sldId="293"/>
        </pc:sldMkLst>
        <pc:spChg chg="mod">
          <ac:chgData name="Renan Xavier Cortes" userId="d6af805853004405" providerId="LiveId" clId="{2515B3CB-6173-492D-9A71-D0B1D2F02C37}" dt="2026-02-09T11:18:09.873" v="104" actId="1076"/>
          <ac:spMkLst>
            <pc:docMk/>
            <pc:sldMk cId="1407976470" sldId="293"/>
            <ac:spMk id="9" creationId="{81E7F27F-5C87-7CA1-0F5B-7D528D49F354}"/>
          </ac:spMkLst>
        </pc:spChg>
        <pc:picChg chg="del">
          <ac:chgData name="Renan Xavier Cortes" userId="d6af805853004405" providerId="LiveId" clId="{2515B3CB-6173-492D-9A71-D0B1D2F02C37}" dt="2026-02-09T11:18:06.798" v="103" actId="478"/>
          <ac:picMkLst>
            <pc:docMk/>
            <pc:sldMk cId="1407976470" sldId="293"/>
            <ac:picMk id="1028" creationId="{75506CED-EADC-9CB9-FB62-FB3B46199CA5}"/>
          </ac:picMkLst>
        </pc:picChg>
      </pc:sldChg>
      <pc:sldChg chg="addSp delSp modSp add mod">
        <pc:chgData name="Renan Xavier Cortes" userId="d6af805853004405" providerId="LiveId" clId="{2515B3CB-6173-492D-9A71-D0B1D2F02C37}" dt="2026-02-09T11:27:20.873" v="424" actId="20577"/>
        <pc:sldMkLst>
          <pc:docMk/>
          <pc:sldMk cId="2599020248" sldId="294"/>
        </pc:sldMkLst>
        <pc:spChg chg="add mod">
          <ac:chgData name="Renan Xavier Cortes" userId="d6af805853004405" providerId="LiveId" clId="{2515B3CB-6173-492D-9A71-D0B1D2F02C37}" dt="2026-02-09T11:27:20.873" v="424" actId="20577"/>
          <ac:spMkLst>
            <pc:docMk/>
            <pc:sldMk cId="2599020248" sldId="294"/>
            <ac:spMk id="4" creationId="{DFE7C643-FBA0-6E1D-D759-F8CDEE3C6683}"/>
          </ac:spMkLst>
        </pc:spChg>
        <pc:spChg chg="del">
          <ac:chgData name="Renan Xavier Cortes" userId="d6af805853004405" providerId="LiveId" clId="{2515B3CB-6173-492D-9A71-D0B1D2F02C37}" dt="2026-02-09T11:24:17" v="358" actId="478"/>
          <ac:spMkLst>
            <pc:docMk/>
            <pc:sldMk cId="2599020248" sldId="294"/>
            <ac:spMk id="6" creationId="{9C9E5C60-0C64-1A87-509B-0752ED1E5267}"/>
          </ac:spMkLst>
        </pc:spChg>
        <pc:spChg chg="del">
          <ac:chgData name="Renan Xavier Cortes" userId="d6af805853004405" providerId="LiveId" clId="{2515B3CB-6173-492D-9A71-D0B1D2F02C37}" dt="2026-02-09T11:24:17" v="358" actId="478"/>
          <ac:spMkLst>
            <pc:docMk/>
            <pc:sldMk cId="2599020248" sldId="294"/>
            <ac:spMk id="9" creationId="{47542936-15A8-9DF9-FED3-9E96F9868512}"/>
          </ac:spMkLst>
        </pc:spChg>
        <pc:spChg chg="del">
          <ac:chgData name="Renan Xavier Cortes" userId="d6af805853004405" providerId="LiveId" clId="{2515B3CB-6173-492D-9A71-D0B1D2F02C37}" dt="2026-02-09T11:24:17" v="358" actId="478"/>
          <ac:spMkLst>
            <pc:docMk/>
            <pc:sldMk cId="2599020248" sldId="294"/>
            <ac:spMk id="10" creationId="{BB39F22E-DC44-3463-EA1C-86ED1CEF50F7}"/>
          </ac:spMkLst>
        </pc:spChg>
        <pc:spChg chg="del">
          <ac:chgData name="Renan Xavier Cortes" userId="d6af805853004405" providerId="LiveId" clId="{2515B3CB-6173-492D-9A71-D0B1D2F02C37}" dt="2026-02-09T11:24:19.423" v="360" actId="478"/>
          <ac:spMkLst>
            <pc:docMk/>
            <pc:sldMk cId="2599020248" sldId="294"/>
            <ac:spMk id="11" creationId="{53561C52-2EA7-35DB-92E4-93EE920EFA7D}"/>
          </ac:spMkLst>
        </pc:spChg>
        <pc:spChg chg="del">
          <ac:chgData name="Renan Xavier Cortes" userId="d6af805853004405" providerId="LiveId" clId="{2515B3CB-6173-492D-9A71-D0B1D2F02C37}" dt="2026-02-09T11:24:17" v="358" actId="478"/>
          <ac:spMkLst>
            <pc:docMk/>
            <pc:sldMk cId="2599020248" sldId="294"/>
            <ac:spMk id="12" creationId="{DCFC7A52-CF5F-3F50-7E6B-5A9D4719DD71}"/>
          </ac:spMkLst>
        </pc:spChg>
        <pc:spChg chg="del">
          <ac:chgData name="Renan Xavier Cortes" userId="d6af805853004405" providerId="LiveId" clId="{2515B3CB-6173-492D-9A71-D0B1D2F02C37}" dt="2026-02-09T11:24:18.347" v="359" actId="478"/>
          <ac:spMkLst>
            <pc:docMk/>
            <pc:sldMk cId="2599020248" sldId="294"/>
            <ac:spMk id="13" creationId="{EB39FAF1-10B9-A300-209C-98D6EA6CBB45}"/>
          </ac:spMkLst>
        </pc:spChg>
        <pc:spChg chg="del">
          <ac:chgData name="Renan Xavier Cortes" userId="d6af805853004405" providerId="LiveId" clId="{2515B3CB-6173-492D-9A71-D0B1D2F02C37}" dt="2026-02-09T11:24:14.194" v="357" actId="478"/>
          <ac:spMkLst>
            <pc:docMk/>
            <pc:sldMk cId="2599020248" sldId="294"/>
            <ac:spMk id="15" creationId="{01081990-45D7-CB61-A0B3-62303C6922B7}"/>
          </ac:spMkLst>
        </pc:sp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847008661" sldId="294"/>
        </pc:sldMkLst>
      </pc:sldChg>
      <pc:sldChg chg="add del">
        <pc:chgData name="Renan Xavier Cortes" userId="d6af805853004405" providerId="LiveId" clId="{2515B3CB-6173-492D-9A71-D0B1D2F02C37}" dt="2026-02-11T11:37:16.476" v="3297" actId="47"/>
        <pc:sldMkLst>
          <pc:docMk/>
          <pc:sldMk cId="3549284159" sldId="295"/>
        </pc:sldMkLst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675567438" sldId="295"/>
        </pc:sldMkLst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746606206" sldId="296"/>
        </pc:sldMkLst>
      </pc:sldChg>
      <pc:sldChg chg="addSp modSp add mod">
        <pc:chgData name="Renan Xavier Cortes" userId="d6af805853004405" providerId="LiveId" clId="{2515B3CB-6173-492D-9A71-D0B1D2F02C37}" dt="2026-02-11T11:23:42.892" v="3151" actId="1076"/>
        <pc:sldMkLst>
          <pc:docMk/>
          <pc:sldMk cId="3971421990" sldId="296"/>
        </pc:sldMkLst>
        <pc:spChg chg="mod">
          <ac:chgData name="Renan Xavier Cortes" userId="d6af805853004405" providerId="LiveId" clId="{2515B3CB-6173-492D-9A71-D0B1D2F02C37}" dt="2026-02-09T11:32:25.073" v="496" actId="1076"/>
          <ac:spMkLst>
            <pc:docMk/>
            <pc:sldMk cId="3971421990" sldId="296"/>
            <ac:spMk id="4" creationId="{DFE7C643-FBA0-6E1D-D759-F8CDEE3C6683}"/>
          </ac:spMkLst>
        </pc:spChg>
        <pc:spChg chg="mod">
          <ac:chgData name="Renan Xavier Cortes" userId="d6af805853004405" providerId="LiveId" clId="{2515B3CB-6173-492D-9A71-D0B1D2F02C37}" dt="2026-02-11T11:23:42.892" v="3151" actId="1076"/>
          <ac:spMkLst>
            <pc:docMk/>
            <pc:sldMk cId="3971421990" sldId="296"/>
            <ac:spMk id="8" creationId="{39AE06C5-34BE-4D68-97C3-4C07702C2DF6}"/>
          </ac:spMkLst>
        </pc:spChg>
        <pc:picChg chg="add mod">
          <ac:chgData name="Renan Xavier Cortes" userId="d6af805853004405" providerId="LiveId" clId="{2515B3CB-6173-492D-9A71-D0B1D2F02C37}" dt="2026-02-09T11:32:26.503" v="497" actId="1076"/>
          <ac:picMkLst>
            <pc:docMk/>
            <pc:sldMk cId="3971421990" sldId="296"/>
            <ac:picMk id="1026" creationId="{FFE1DA74-50E1-8D06-6707-D39C7186D838}"/>
          </ac:picMkLst>
        </pc:picChg>
      </pc:sldChg>
      <pc:sldChg chg="delSp modSp add mod">
        <pc:chgData name="Renan Xavier Cortes" userId="d6af805853004405" providerId="LiveId" clId="{2515B3CB-6173-492D-9A71-D0B1D2F02C37}" dt="2026-02-09T11:34:31.775" v="532" actId="20577"/>
        <pc:sldMkLst>
          <pc:docMk/>
          <pc:sldMk cId="481677167" sldId="297"/>
        </pc:sldMkLst>
        <pc:spChg chg="mod">
          <ac:chgData name="Renan Xavier Cortes" userId="d6af805853004405" providerId="LiveId" clId="{2515B3CB-6173-492D-9A71-D0B1D2F02C37}" dt="2026-02-09T11:34:31.775" v="532" actId="20577"/>
          <ac:spMkLst>
            <pc:docMk/>
            <pc:sldMk cId="481677167" sldId="297"/>
            <ac:spMk id="4" creationId="{DFE7C643-FBA0-6E1D-D759-F8CDEE3C6683}"/>
          </ac:spMkLst>
        </pc:spChg>
        <pc:picChg chg="del">
          <ac:chgData name="Renan Xavier Cortes" userId="d6af805853004405" providerId="LiveId" clId="{2515B3CB-6173-492D-9A71-D0B1D2F02C37}" dt="2026-02-09T11:33:10.125" v="499" actId="478"/>
          <ac:picMkLst>
            <pc:docMk/>
            <pc:sldMk cId="481677167" sldId="297"/>
            <ac:picMk id="1026" creationId="{FFE1DA74-50E1-8D06-6707-D39C7186D838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445845693" sldId="297"/>
        </pc:sldMkLst>
      </pc:sldChg>
      <pc:sldChg chg="modSp add mod">
        <pc:chgData name="Renan Xavier Cortes" userId="d6af805853004405" providerId="LiveId" clId="{2515B3CB-6173-492D-9A71-D0B1D2F02C37}" dt="2026-02-09T11:40:09.095" v="598" actId="207"/>
        <pc:sldMkLst>
          <pc:docMk/>
          <pc:sldMk cId="22472234" sldId="298"/>
        </pc:sldMkLst>
        <pc:spChg chg="mod">
          <ac:chgData name="Renan Xavier Cortes" userId="d6af805853004405" providerId="LiveId" clId="{2515B3CB-6173-492D-9A71-D0B1D2F02C37}" dt="2026-02-09T11:40:09.095" v="598" actId="207"/>
          <ac:spMkLst>
            <pc:docMk/>
            <pc:sldMk cId="22472234" sldId="298"/>
            <ac:spMk id="4" creationId="{DFE7C643-FBA0-6E1D-D759-F8CDEE3C6683}"/>
          </ac:spMkLst>
        </pc:spChg>
        <pc:spChg chg="mod">
          <ac:chgData name="Renan Xavier Cortes" userId="d6af805853004405" providerId="LiveId" clId="{2515B3CB-6173-492D-9A71-D0B1D2F02C37}" dt="2026-02-09T11:36:28.043" v="567" actId="20577"/>
          <ac:spMkLst>
            <pc:docMk/>
            <pc:sldMk cId="22472234" sldId="298"/>
            <ac:spMk id="8" creationId="{39AE06C5-34BE-4D68-97C3-4C07702C2DF6}"/>
          </ac:spMkLst>
        </pc:sp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855114149" sldId="298"/>
        </pc:sldMkLst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1549489234" sldId="299"/>
        </pc:sldMkLst>
      </pc:sldChg>
      <pc:sldChg chg="modSp add mod">
        <pc:chgData name="Renan Xavier Cortes" userId="d6af805853004405" providerId="LiveId" clId="{2515B3CB-6173-492D-9A71-D0B1D2F02C37}" dt="2026-02-09T11:44:15.031" v="669" actId="1076"/>
        <pc:sldMkLst>
          <pc:docMk/>
          <pc:sldMk cId="2897466249" sldId="299"/>
        </pc:sldMkLst>
        <pc:spChg chg="mod">
          <ac:chgData name="Renan Xavier Cortes" userId="d6af805853004405" providerId="LiveId" clId="{2515B3CB-6173-492D-9A71-D0B1D2F02C37}" dt="2026-02-09T11:44:15.031" v="669" actId="1076"/>
          <ac:spMkLst>
            <pc:docMk/>
            <pc:sldMk cId="2897466249" sldId="299"/>
            <ac:spMk id="4" creationId="{DFE7C643-FBA0-6E1D-D759-F8CDEE3C6683}"/>
          </ac:spMkLst>
        </pc:spChg>
        <pc:spChg chg="mod">
          <ac:chgData name="Renan Xavier Cortes" userId="d6af805853004405" providerId="LiveId" clId="{2515B3CB-6173-492D-9A71-D0B1D2F02C37}" dt="2026-02-09T11:42:04.132" v="625" actId="20577"/>
          <ac:spMkLst>
            <pc:docMk/>
            <pc:sldMk cId="2897466249" sldId="299"/>
            <ac:spMk id="8" creationId="{39AE06C5-34BE-4D68-97C3-4C07702C2DF6}"/>
          </ac:spMkLst>
        </pc:spChg>
      </pc:sldChg>
      <pc:sldChg chg="modSp add mod">
        <pc:chgData name="Renan Xavier Cortes" userId="d6af805853004405" providerId="LiveId" clId="{2515B3CB-6173-492D-9A71-D0B1D2F02C37}" dt="2026-02-09T11:52:56.632" v="719" actId="404"/>
        <pc:sldMkLst>
          <pc:docMk/>
          <pc:sldMk cId="3798240017" sldId="300"/>
        </pc:sldMkLst>
        <pc:spChg chg="mod">
          <ac:chgData name="Renan Xavier Cortes" userId="d6af805853004405" providerId="LiveId" clId="{2515B3CB-6173-492D-9A71-D0B1D2F02C37}" dt="2026-02-09T11:52:56.632" v="719" actId="404"/>
          <ac:spMkLst>
            <pc:docMk/>
            <pc:sldMk cId="3798240017" sldId="300"/>
            <ac:spMk id="4" creationId="{DFE7C643-FBA0-6E1D-D759-F8CDEE3C6683}"/>
          </ac:spMkLst>
        </pc:sp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956361783" sldId="300"/>
        </pc:sldMkLst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943786102" sldId="301"/>
        </pc:sldMkLst>
      </pc:sldChg>
      <pc:sldChg chg="addSp modSp add mod">
        <pc:chgData name="Renan Xavier Cortes" userId="d6af805853004405" providerId="LiveId" clId="{2515B3CB-6173-492D-9A71-D0B1D2F02C37}" dt="2026-02-09T12:07:25.860" v="849" actId="20577"/>
        <pc:sldMkLst>
          <pc:docMk/>
          <pc:sldMk cId="4218592858" sldId="301"/>
        </pc:sldMkLst>
        <pc:spChg chg="mod">
          <ac:chgData name="Renan Xavier Cortes" userId="d6af805853004405" providerId="LiveId" clId="{2515B3CB-6173-492D-9A71-D0B1D2F02C37}" dt="2026-02-09T11:53:40.381" v="723" actId="58"/>
          <ac:spMkLst>
            <pc:docMk/>
            <pc:sldMk cId="4218592858" sldId="301"/>
            <ac:spMk id="4" creationId="{DFE7C643-FBA0-6E1D-D759-F8CDEE3C6683}"/>
          </ac:spMkLst>
        </pc:spChg>
        <pc:spChg chg="add mod">
          <ac:chgData name="Renan Xavier Cortes" userId="d6af805853004405" providerId="LiveId" clId="{2515B3CB-6173-492D-9A71-D0B1D2F02C37}" dt="2026-02-09T12:07:25.860" v="849" actId="20577"/>
          <ac:spMkLst>
            <pc:docMk/>
            <pc:sldMk cId="4218592858" sldId="301"/>
            <ac:spMk id="9" creationId="{DA93E884-813C-1A96-4294-5FDC210E8C7B}"/>
          </ac:spMkLst>
        </pc:spChg>
        <pc:picChg chg="add mod">
          <ac:chgData name="Renan Xavier Cortes" userId="d6af805853004405" providerId="LiveId" clId="{2515B3CB-6173-492D-9A71-D0B1D2F02C37}" dt="2026-02-09T12:05:54.460" v="742" actId="1076"/>
          <ac:picMkLst>
            <pc:docMk/>
            <pc:sldMk cId="4218592858" sldId="301"/>
            <ac:picMk id="6" creationId="{230DA537-66D0-DD89-EFA8-E9CF41426255}"/>
          </ac:picMkLst>
        </pc:picChg>
      </pc:sldChg>
      <pc:sldChg chg="delSp modSp add mod">
        <pc:chgData name="Renan Xavier Cortes" userId="d6af805853004405" providerId="LiveId" clId="{2515B3CB-6173-492D-9A71-D0B1D2F02C37}" dt="2026-02-10T19:30:39.213" v="1290" actId="20577"/>
        <pc:sldMkLst>
          <pc:docMk/>
          <pc:sldMk cId="2733963019" sldId="302"/>
        </pc:sldMkLst>
        <pc:spChg chg="mod">
          <ac:chgData name="Renan Xavier Cortes" userId="d6af805853004405" providerId="LiveId" clId="{2515B3CB-6173-492D-9A71-D0B1D2F02C37}" dt="2026-02-10T19:30:29.531" v="1283" actId="1076"/>
          <ac:spMkLst>
            <pc:docMk/>
            <pc:sldMk cId="2733963019" sldId="302"/>
            <ac:spMk id="4" creationId="{DFE7C643-FBA0-6E1D-D759-F8CDEE3C6683}"/>
          </ac:spMkLst>
        </pc:spChg>
        <pc:spChg chg="mod">
          <ac:chgData name="Renan Xavier Cortes" userId="d6af805853004405" providerId="LiveId" clId="{2515B3CB-6173-492D-9A71-D0B1D2F02C37}" dt="2026-02-10T19:30:39.213" v="1290" actId="20577"/>
          <ac:spMkLst>
            <pc:docMk/>
            <pc:sldMk cId="2733963019" sldId="302"/>
            <ac:spMk id="8" creationId="{39AE06C5-34BE-4D68-97C3-4C07702C2DF6}"/>
          </ac:spMkLst>
        </pc:spChg>
        <pc:picChg chg="del">
          <ac:chgData name="Renan Xavier Cortes" userId="d6af805853004405" providerId="LiveId" clId="{2515B3CB-6173-492D-9A71-D0B1D2F02C37}" dt="2026-02-09T11:54:18.762" v="730" actId="478"/>
          <ac:picMkLst>
            <pc:docMk/>
            <pc:sldMk cId="2733963019" sldId="302"/>
            <ac:picMk id="6" creationId="{230DA537-66D0-DD89-EFA8-E9CF41426255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950777073" sldId="302"/>
        </pc:sldMkLst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906688189" sldId="303"/>
        </pc:sldMkLst>
      </pc:sldChg>
      <pc:sldChg chg="delSp modSp add del mod modShow">
        <pc:chgData name="Renan Xavier Cortes" userId="d6af805853004405" providerId="LiveId" clId="{2515B3CB-6173-492D-9A71-D0B1D2F02C37}" dt="2026-02-10T19:46:14.378" v="1797" actId="47"/>
        <pc:sldMkLst>
          <pc:docMk/>
          <pc:sldMk cId="4087314551" sldId="303"/>
        </pc:sldMkLst>
        <pc:spChg chg="mod">
          <ac:chgData name="Renan Xavier Cortes" userId="d6af805853004405" providerId="LiveId" clId="{2515B3CB-6173-492D-9A71-D0B1D2F02C37}" dt="2026-02-10T19:26:10.619" v="1070" actId="20577"/>
          <ac:spMkLst>
            <pc:docMk/>
            <pc:sldMk cId="4087314551" sldId="303"/>
            <ac:spMk id="4" creationId="{DFE7C643-FBA0-6E1D-D759-F8CDEE3C6683}"/>
          </ac:spMkLst>
        </pc:spChg>
        <pc:spChg chg="del">
          <ac:chgData name="Renan Xavier Cortes" userId="d6af805853004405" providerId="LiveId" clId="{2515B3CB-6173-492D-9A71-D0B1D2F02C37}" dt="2026-02-09T12:20:14.748" v="895" actId="478"/>
          <ac:spMkLst>
            <pc:docMk/>
            <pc:sldMk cId="4087314551" sldId="303"/>
            <ac:spMk id="9" creationId="{DA93E884-813C-1A96-4294-5FDC210E8C7B}"/>
          </ac:spMkLst>
        </pc:spChg>
        <pc:picChg chg="del">
          <ac:chgData name="Renan Xavier Cortes" userId="d6af805853004405" providerId="LiveId" clId="{2515B3CB-6173-492D-9A71-D0B1D2F02C37}" dt="2026-02-09T12:20:15.795" v="896" actId="478"/>
          <ac:picMkLst>
            <pc:docMk/>
            <pc:sldMk cId="4087314551" sldId="303"/>
            <ac:picMk id="6" creationId="{230DA537-66D0-DD89-EFA8-E9CF41426255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1531631072" sldId="304"/>
        </pc:sldMkLst>
      </pc:sldChg>
      <pc:sldChg chg="addSp delSp modSp add mod">
        <pc:chgData name="Renan Xavier Cortes" userId="d6af805853004405" providerId="LiveId" clId="{2515B3CB-6173-492D-9A71-D0B1D2F02C37}" dt="2026-02-10T19:33:20.203" v="1296" actId="1076"/>
        <pc:sldMkLst>
          <pc:docMk/>
          <pc:sldMk cId="2939952921" sldId="304"/>
        </pc:sldMkLst>
        <pc:spChg chg="del">
          <ac:chgData name="Renan Xavier Cortes" userId="d6af805853004405" providerId="LiveId" clId="{2515B3CB-6173-492D-9A71-D0B1D2F02C37}" dt="2026-02-10T19:33:11.768" v="1293" actId="478"/>
          <ac:spMkLst>
            <pc:docMk/>
            <pc:sldMk cId="2939952921" sldId="304"/>
            <ac:spMk id="4" creationId="{DFE7C643-FBA0-6E1D-D759-F8CDEE3C6683}"/>
          </ac:spMkLst>
        </pc:spChg>
        <pc:picChg chg="add mod">
          <ac:chgData name="Renan Xavier Cortes" userId="d6af805853004405" providerId="LiveId" clId="{2515B3CB-6173-492D-9A71-D0B1D2F02C37}" dt="2026-02-10T19:33:20.203" v="1296" actId="1076"/>
          <ac:picMkLst>
            <pc:docMk/>
            <pc:sldMk cId="2939952921" sldId="304"/>
            <ac:picMk id="6" creationId="{50B90B5F-C5D4-5F33-668D-9092E904EE82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1338433180" sldId="305"/>
        </pc:sldMkLst>
      </pc:sldChg>
      <pc:sldChg chg="addSp delSp modSp add mod">
        <pc:chgData name="Renan Xavier Cortes" userId="d6af805853004405" providerId="LiveId" clId="{2515B3CB-6173-492D-9A71-D0B1D2F02C37}" dt="2026-02-10T19:36:57.415" v="1773" actId="113"/>
        <pc:sldMkLst>
          <pc:docMk/>
          <pc:sldMk cId="1772322897" sldId="305"/>
        </pc:sldMkLst>
        <pc:spChg chg="add mod">
          <ac:chgData name="Renan Xavier Cortes" userId="d6af805853004405" providerId="LiveId" clId="{2515B3CB-6173-492D-9A71-D0B1D2F02C37}" dt="2026-02-10T19:36:57.415" v="1773" actId="113"/>
          <ac:spMkLst>
            <pc:docMk/>
            <pc:sldMk cId="1772322897" sldId="305"/>
            <ac:spMk id="4" creationId="{A4DF19F7-E8B7-0251-3CE4-546F282AC086}"/>
          </ac:spMkLst>
        </pc:spChg>
        <pc:spChg chg="mod">
          <ac:chgData name="Renan Xavier Cortes" userId="d6af805853004405" providerId="LiveId" clId="{2515B3CB-6173-492D-9A71-D0B1D2F02C37}" dt="2026-02-10T19:35:34.138" v="1587" actId="20577"/>
          <ac:spMkLst>
            <pc:docMk/>
            <pc:sldMk cId="1772322897" sldId="305"/>
            <ac:spMk id="8" creationId="{39AE06C5-34BE-4D68-97C3-4C07702C2DF6}"/>
          </ac:spMkLst>
        </pc:spChg>
        <pc:picChg chg="del">
          <ac:chgData name="Renan Xavier Cortes" userId="d6af805853004405" providerId="LiveId" clId="{2515B3CB-6173-492D-9A71-D0B1D2F02C37}" dt="2026-02-10T19:33:45.100" v="1298" actId="478"/>
          <ac:picMkLst>
            <pc:docMk/>
            <pc:sldMk cId="1772322897" sldId="305"/>
            <ac:picMk id="6" creationId="{50B90B5F-C5D4-5F33-668D-9092E904EE82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1557163157" sldId="306"/>
        </pc:sldMkLst>
      </pc:sldChg>
      <pc:sldChg chg="modSp add mod">
        <pc:chgData name="Renan Xavier Cortes" userId="d6af805853004405" providerId="LiveId" clId="{2515B3CB-6173-492D-9A71-D0B1D2F02C37}" dt="2026-02-10T19:47:22.937" v="1824" actId="1076"/>
        <pc:sldMkLst>
          <pc:docMk/>
          <pc:sldMk cId="3479813234" sldId="306"/>
        </pc:sldMkLst>
        <pc:spChg chg="mod">
          <ac:chgData name="Renan Xavier Cortes" userId="d6af805853004405" providerId="LiveId" clId="{2515B3CB-6173-492D-9A71-D0B1D2F02C37}" dt="2026-02-10T19:47:22.937" v="1824" actId="1076"/>
          <ac:spMkLst>
            <pc:docMk/>
            <pc:sldMk cId="3479813234" sldId="306"/>
            <ac:spMk id="4" creationId="{A4DF19F7-E8B7-0251-3CE4-546F282AC086}"/>
          </ac:spMkLst>
        </pc:spChg>
        <pc:spChg chg="mod">
          <ac:chgData name="Renan Xavier Cortes" userId="d6af805853004405" providerId="LiveId" clId="{2515B3CB-6173-492D-9A71-D0B1D2F02C37}" dt="2026-02-10T19:46:24.893" v="1802" actId="2711"/>
          <ac:spMkLst>
            <pc:docMk/>
            <pc:sldMk cId="3479813234" sldId="306"/>
            <ac:spMk id="8" creationId="{39AE06C5-34BE-4D68-97C3-4C07702C2DF6}"/>
          </ac:spMkLst>
        </pc:sp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291653888" sldId="307"/>
        </pc:sldMkLst>
      </pc:sldChg>
      <pc:sldChg chg="addSp delSp modSp add mod">
        <pc:chgData name="Renan Xavier Cortes" userId="d6af805853004405" providerId="LiveId" clId="{2515B3CB-6173-492D-9A71-D0B1D2F02C37}" dt="2026-02-10T19:53:45.555" v="1917" actId="1076"/>
        <pc:sldMkLst>
          <pc:docMk/>
          <pc:sldMk cId="2918520499" sldId="307"/>
        </pc:sldMkLst>
        <pc:spChg chg="del mod">
          <ac:chgData name="Renan Xavier Cortes" userId="d6af805853004405" providerId="LiveId" clId="{2515B3CB-6173-492D-9A71-D0B1D2F02C37}" dt="2026-02-10T19:51:23.773" v="1829" actId="478"/>
          <ac:spMkLst>
            <pc:docMk/>
            <pc:sldMk cId="2918520499" sldId="307"/>
            <ac:spMk id="4" creationId="{A4DF19F7-E8B7-0251-3CE4-546F282AC086}"/>
          </ac:spMkLst>
        </pc:spChg>
        <pc:spChg chg="add mod">
          <ac:chgData name="Renan Xavier Cortes" userId="d6af805853004405" providerId="LiveId" clId="{2515B3CB-6173-492D-9A71-D0B1D2F02C37}" dt="2026-02-10T19:52:24.701" v="1861" actId="1076"/>
          <ac:spMkLst>
            <pc:docMk/>
            <pc:sldMk cId="2918520499" sldId="307"/>
            <ac:spMk id="5" creationId="{052CABB8-2225-6159-362E-90C27B39650A}"/>
          </ac:spMkLst>
        </pc:spChg>
        <pc:spChg chg="add">
          <ac:chgData name="Renan Xavier Cortes" userId="d6af805853004405" providerId="LiveId" clId="{2515B3CB-6173-492D-9A71-D0B1D2F02C37}" dt="2026-02-10T19:52:21.321" v="1860" actId="11529"/>
          <ac:spMkLst>
            <pc:docMk/>
            <pc:sldMk cId="2918520499" sldId="307"/>
            <ac:spMk id="6" creationId="{C7D63A59-3B6F-CA87-7D27-98018053561A}"/>
          </ac:spMkLst>
        </pc:spChg>
        <pc:spChg chg="mod">
          <ac:chgData name="Renan Xavier Cortes" userId="d6af805853004405" providerId="LiveId" clId="{2515B3CB-6173-492D-9A71-D0B1D2F02C37}" dt="2026-02-10T19:50:40.371" v="1827" actId="20577"/>
          <ac:spMkLst>
            <pc:docMk/>
            <pc:sldMk cId="2918520499" sldId="307"/>
            <ac:spMk id="8" creationId="{39AE06C5-34BE-4D68-97C3-4C07702C2DF6}"/>
          </ac:spMkLst>
        </pc:spChg>
        <pc:spChg chg="add mod">
          <ac:chgData name="Renan Xavier Cortes" userId="d6af805853004405" providerId="LiveId" clId="{2515B3CB-6173-492D-9A71-D0B1D2F02C37}" dt="2026-02-10T19:52:43.311" v="1874" actId="207"/>
          <ac:spMkLst>
            <pc:docMk/>
            <pc:sldMk cId="2918520499" sldId="307"/>
            <ac:spMk id="9" creationId="{FB71B269-87B7-8395-B457-74752673121C}"/>
          </ac:spMkLst>
        </pc:spChg>
        <pc:spChg chg="add mod">
          <ac:chgData name="Renan Xavier Cortes" userId="d6af805853004405" providerId="LiveId" clId="{2515B3CB-6173-492D-9A71-D0B1D2F02C37}" dt="2026-02-10T19:53:08.711" v="1885" actId="20577"/>
          <ac:spMkLst>
            <pc:docMk/>
            <pc:sldMk cId="2918520499" sldId="307"/>
            <ac:spMk id="10" creationId="{56D86400-7230-DE0F-08EE-4E2E6B046DF5}"/>
          </ac:spMkLst>
        </pc:spChg>
        <pc:spChg chg="add mod">
          <ac:chgData name="Renan Xavier Cortes" userId="d6af805853004405" providerId="LiveId" clId="{2515B3CB-6173-492D-9A71-D0B1D2F02C37}" dt="2026-02-10T19:52:56.266" v="1876" actId="1076"/>
          <ac:spMkLst>
            <pc:docMk/>
            <pc:sldMk cId="2918520499" sldId="307"/>
            <ac:spMk id="11" creationId="{AE560BD3-E10B-3CBB-3F87-517FEA74461A}"/>
          </ac:spMkLst>
        </pc:spChg>
        <pc:spChg chg="add mod">
          <ac:chgData name="Renan Xavier Cortes" userId="d6af805853004405" providerId="LiveId" clId="{2515B3CB-6173-492D-9A71-D0B1D2F02C37}" dt="2026-02-10T19:53:45.555" v="1917" actId="1076"/>
          <ac:spMkLst>
            <pc:docMk/>
            <pc:sldMk cId="2918520499" sldId="307"/>
            <ac:spMk id="12" creationId="{1CC9FC14-2A4B-C0FD-B63D-E96D1E2DBE59}"/>
          </ac:spMkLst>
        </pc:sp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896359951" sldId="308"/>
        </pc:sldMkLst>
      </pc:sldChg>
      <pc:sldChg chg="addSp delSp modSp add mod modAnim">
        <pc:chgData name="Renan Xavier Cortes" userId="d6af805853004405" providerId="LiveId" clId="{2515B3CB-6173-492D-9A71-D0B1D2F02C37}" dt="2026-02-10T20:16:15.304" v="2972"/>
        <pc:sldMkLst>
          <pc:docMk/>
          <pc:sldMk cId="3964975629" sldId="308"/>
        </pc:sldMkLst>
        <pc:spChg chg="add mod">
          <ac:chgData name="Renan Xavier Cortes" userId="d6af805853004405" providerId="LiveId" clId="{2515B3CB-6173-492D-9A71-D0B1D2F02C37}" dt="2026-02-10T20:16:07.419" v="2970" actId="1076"/>
          <ac:spMkLst>
            <pc:docMk/>
            <pc:sldMk cId="3964975629" sldId="308"/>
            <ac:spMk id="4" creationId="{7620A43E-1FF6-3D09-A687-C57F40282C48}"/>
          </ac:spMkLst>
        </pc:spChg>
        <pc:spChg chg="del">
          <ac:chgData name="Renan Xavier Cortes" userId="d6af805853004405" providerId="LiveId" clId="{2515B3CB-6173-492D-9A71-D0B1D2F02C37}" dt="2026-02-10T19:56:33.164" v="1986" actId="478"/>
          <ac:spMkLst>
            <pc:docMk/>
            <pc:sldMk cId="3964975629" sldId="308"/>
            <ac:spMk id="5" creationId="{052CABB8-2225-6159-362E-90C27B39650A}"/>
          </ac:spMkLst>
        </pc:spChg>
        <pc:spChg chg="add mod">
          <ac:chgData name="Renan Xavier Cortes" userId="d6af805853004405" providerId="LiveId" clId="{2515B3CB-6173-492D-9A71-D0B1D2F02C37}" dt="2026-02-10T20:16:12.604" v="2971" actId="1076"/>
          <ac:spMkLst>
            <pc:docMk/>
            <pc:sldMk cId="3964975629" sldId="308"/>
            <ac:spMk id="5" creationId="{32FEFE94-77DC-A891-407C-91310B1A9D16}"/>
          </ac:spMkLst>
        </pc:spChg>
        <pc:spChg chg="del">
          <ac:chgData name="Renan Xavier Cortes" userId="d6af805853004405" providerId="LiveId" clId="{2515B3CB-6173-492D-9A71-D0B1D2F02C37}" dt="2026-02-10T19:56:33.164" v="1986" actId="478"/>
          <ac:spMkLst>
            <pc:docMk/>
            <pc:sldMk cId="3964975629" sldId="308"/>
            <ac:spMk id="6" creationId="{C7D63A59-3B6F-CA87-7D27-98018053561A}"/>
          </ac:spMkLst>
        </pc:spChg>
        <pc:spChg chg="mod">
          <ac:chgData name="Renan Xavier Cortes" userId="d6af805853004405" providerId="LiveId" clId="{2515B3CB-6173-492D-9A71-D0B1D2F02C37}" dt="2026-02-10T19:56:23.284" v="1985" actId="1076"/>
          <ac:spMkLst>
            <pc:docMk/>
            <pc:sldMk cId="3964975629" sldId="308"/>
            <ac:spMk id="8" creationId="{39AE06C5-34BE-4D68-97C3-4C07702C2DF6}"/>
          </ac:spMkLst>
        </pc:spChg>
        <pc:spChg chg="del">
          <ac:chgData name="Renan Xavier Cortes" userId="d6af805853004405" providerId="LiveId" clId="{2515B3CB-6173-492D-9A71-D0B1D2F02C37}" dt="2026-02-10T19:56:33.164" v="1986" actId="478"/>
          <ac:spMkLst>
            <pc:docMk/>
            <pc:sldMk cId="3964975629" sldId="308"/>
            <ac:spMk id="9" creationId="{FB71B269-87B7-8395-B457-74752673121C}"/>
          </ac:spMkLst>
        </pc:spChg>
        <pc:spChg chg="del">
          <ac:chgData name="Renan Xavier Cortes" userId="d6af805853004405" providerId="LiveId" clId="{2515B3CB-6173-492D-9A71-D0B1D2F02C37}" dt="2026-02-10T19:56:33.164" v="1986" actId="478"/>
          <ac:spMkLst>
            <pc:docMk/>
            <pc:sldMk cId="3964975629" sldId="308"/>
            <ac:spMk id="10" creationId="{56D86400-7230-DE0F-08EE-4E2E6B046DF5}"/>
          </ac:spMkLst>
        </pc:spChg>
        <pc:spChg chg="del">
          <ac:chgData name="Renan Xavier Cortes" userId="d6af805853004405" providerId="LiveId" clId="{2515B3CB-6173-492D-9A71-D0B1D2F02C37}" dt="2026-02-10T19:56:33.164" v="1986" actId="478"/>
          <ac:spMkLst>
            <pc:docMk/>
            <pc:sldMk cId="3964975629" sldId="308"/>
            <ac:spMk id="11" creationId="{AE560BD3-E10B-3CBB-3F87-517FEA74461A}"/>
          </ac:spMkLst>
        </pc:spChg>
        <pc:spChg chg="del">
          <ac:chgData name="Renan Xavier Cortes" userId="d6af805853004405" providerId="LiveId" clId="{2515B3CB-6173-492D-9A71-D0B1D2F02C37}" dt="2026-02-10T19:56:33.164" v="1986" actId="478"/>
          <ac:spMkLst>
            <pc:docMk/>
            <pc:sldMk cId="3964975629" sldId="308"/>
            <ac:spMk id="12" creationId="{1CC9FC14-2A4B-C0FD-B63D-E96D1E2DBE59}"/>
          </ac:spMkLst>
        </pc:spChg>
        <pc:spChg chg="add mod">
          <ac:chgData name="Renan Xavier Cortes" userId="d6af805853004405" providerId="LiveId" clId="{2515B3CB-6173-492D-9A71-D0B1D2F02C37}" dt="2026-02-10T20:03:39.895" v="2637" actId="20577"/>
          <ac:spMkLst>
            <pc:docMk/>
            <pc:sldMk cId="3964975629" sldId="308"/>
            <ac:spMk id="13" creationId="{FAC00850-5717-C315-17A1-9A446B893F9F}"/>
          </ac:spMkLst>
        </pc:spChg>
      </pc:sldChg>
      <pc:sldChg chg="addSp delSp modSp add mod">
        <pc:chgData name="Renan Xavier Cortes" userId="d6af805853004405" providerId="LiveId" clId="{2515B3CB-6173-492D-9A71-D0B1D2F02C37}" dt="2026-02-10T20:05:10.823" v="2682" actId="22"/>
        <pc:sldMkLst>
          <pc:docMk/>
          <pc:sldMk cId="2892015687" sldId="309"/>
        </pc:sldMkLst>
        <pc:spChg chg="del">
          <ac:chgData name="Renan Xavier Cortes" userId="d6af805853004405" providerId="LiveId" clId="{2515B3CB-6173-492D-9A71-D0B1D2F02C37}" dt="2026-02-10T20:05:09.906" v="2681" actId="478"/>
          <ac:spMkLst>
            <pc:docMk/>
            <pc:sldMk cId="2892015687" sldId="309"/>
            <ac:spMk id="4" creationId="{7620A43E-1FF6-3D09-A687-C57F40282C48}"/>
          </ac:spMkLst>
        </pc:spChg>
        <pc:spChg chg="mod">
          <ac:chgData name="Renan Xavier Cortes" userId="d6af805853004405" providerId="LiveId" clId="{2515B3CB-6173-492D-9A71-D0B1D2F02C37}" dt="2026-02-10T20:04:33.964" v="2680" actId="1076"/>
          <ac:spMkLst>
            <pc:docMk/>
            <pc:sldMk cId="2892015687" sldId="309"/>
            <ac:spMk id="8" creationId="{39AE06C5-34BE-4D68-97C3-4C07702C2DF6}"/>
          </ac:spMkLst>
        </pc:spChg>
        <pc:picChg chg="add">
          <ac:chgData name="Renan Xavier Cortes" userId="d6af805853004405" providerId="LiveId" clId="{2515B3CB-6173-492D-9A71-D0B1D2F02C37}" dt="2026-02-10T20:05:10.823" v="2682" actId="22"/>
          <ac:picMkLst>
            <pc:docMk/>
            <pc:sldMk cId="2892015687" sldId="309"/>
            <ac:picMk id="6" creationId="{D9182348-0763-E8E0-8721-F5518577B998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207581236" sldId="309"/>
        </pc:sldMkLst>
      </pc:sldChg>
      <pc:sldChg chg="addSp delSp add mod">
        <pc:chgData name="Renan Xavier Cortes" userId="d6af805853004405" providerId="LiveId" clId="{2515B3CB-6173-492D-9A71-D0B1D2F02C37}" dt="2026-02-10T20:05:37.095" v="2690" actId="22"/>
        <pc:sldMkLst>
          <pc:docMk/>
          <pc:sldMk cId="370344353" sldId="310"/>
        </pc:sldMkLst>
        <pc:picChg chg="add">
          <ac:chgData name="Renan Xavier Cortes" userId="d6af805853004405" providerId="LiveId" clId="{2515B3CB-6173-492D-9A71-D0B1D2F02C37}" dt="2026-02-10T20:05:37.095" v="2690" actId="22"/>
          <ac:picMkLst>
            <pc:docMk/>
            <pc:sldMk cId="370344353" sldId="310"/>
            <ac:picMk id="5" creationId="{9EEE870A-DAF6-1985-3E82-B741078BEF13}"/>
          </ac:picMkLst>
        </pc:picChg>
        <pc:picChg chg="del">
          <ac:chgData name="Renan Xavier Cortes" userId="d6af805853004405" providerId="LiveId" clId="{2515B3CB-6173-492D-9A71-D0B1D2F02C37}" dt="2026-02-10T20:05:23.158" v="2684" actId="478"/>
          <ac:picMkLst>
            <pc:docMk/>
            <pc:sldMk cId="370344353" sldId="310"/>
            <ac:picMk id="6" creationId="{D9182348-0763-E8E0-8721-F5518577B998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232292564" sldId="311"/>
        </pc:sldMkLst>
      </pc:sldChg>
      <pc:sldChg chg="addSp add mod">
        <pc:chgData name="Renan Xavier Cortes" userId="d6af805853004405" providerId="LiveId" clId="{2515B3CB-6173-492D-9A71-D0B1D2F02C37}" dt="2026-02-10T20:05:55.926" v="2691" actId="22"/>
        <pc:sldMkLst>
          <pc:docMk/>
          <pc:sldMk cId="3282069355" sldId="311"/>
        </pc:sldMkLst>
        <pc:picChg chg="add">
          <ac:chgData name="Renan Xavier Cortes" userId="d6af805853004405" providerId="LiveId" clId="{2515B3CB-6173-492D-9A71-D0B1D2F02C37}" dt="2026-02-10T20:05:55.926" v="2691" actId="22"/>
          <ac:picMkLst>
            <pc:docMk/>
            <pc:sldMk cId="3282069355" sldId="311"/>
            <ac:picMk id="5" creationId="{E6BBA2D3-3C73-1590-008D-28D63E0F77A1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1154020818" sldId="312"/>
        </pc:sldMkLst>
      </pc:sldChg>
      <pc:sldChg chg="addSp add mod">
        <pc:chgData name="Renan Xavier Cortes" userId="d6af805853004405" providerId="LiveId" clId="{2515B3CB-6173-492D-9A71-D0B1D2F02C37}" dt="2026-02-10T20:06:17.008" v="2692" actId="22"/>
        <pc:sldMkLst>
          <pc:docMk/>
          <pc:sldMk cId="3817739637" sldId="312"/>
        </pc:sldMkLst>
        <pc:picChg chg="add">
          <ac:chgData name="Renan Xavier Cortes" userId="d6af805853004405" providerId="LiveId" clId="{2515B3CB-6173-492D-9A71-D0B1D2F02C37}" dt="2026-02-10T20:06:17.008" v="2692" actId="22"/>
          <ac:picMkLst>
            <pc:docMk/>
            <pc:sldMk cId="3817739637" sldId="312"/>
            <ac:picMk id="5" creationId="{12BD26EB-3B43-D17B-B104-6F122B298DBB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2034169365" sldId="313"/>
        </pc:sldMkLst>
      </pc:sldChg>
      <pc:sldChg chg="addSp add mod">
        <pc:chgData name="Renan Xavier Cortes" userId="d6af805853004405" providerId="LiveId" clId="{2515B3CB-6173-492D-9A71-D0B1D2F02C37}" dt="2026-02-10T20:06:34.776" v="2693" actId="22"/>
        <pc:sldMkLst>
          <pc:docMk/>
          <pc:sldMk cId="2122428219" sldId="313"/>
        </pc:sldMkLst>
        <pc:picChg chg="add">
          <ac:chgData name="Renan Xavier Cortes" userId="d6af805853004405" providerId="LiveId" clId="{2515B3CB-6173-492D-9A71-D0B1D2F02C37}" dt="2026-02-10T20:06:34.776" v="2693" actId="22"/>
          <ac:picMkLst>
            <pc:docMk/>
            <pc:sldMk cId="2122428219" sldId="313"/>
            <ac:picMk id="5" creationId="{5F8370AB-F035-848C-485E-62E37F96D5A9}"/>
          </ac:picMkLst>
        </pc:picChg>
      </pc:sldChg>
      <pc:sldChg chg="addSp modSp add mod ord modAnim">
        <pc:chgData name="Renan Xavier Cortes" userId="d6af805853004405" providerId="LiveId" clId="{2515B3CB-6173-492D-9A71-D0B1D2F02C37}" dt="2026-02-10T20:13:56.182" v="2802"/>
        <pc:sldMkLst>
          <pc:docMk/>
          <pc:sldMk cId="1569061860" sldId="314"/>
        </pc:sldMkLst>
        <pc:spChg chg="add mod">
          <ac:chgData name="Renan Xavier Cortes" userId="d6af805853004405" providerId="LiveId" clId="{2515B3CB-6173-492D-9A71-D0B1D2F02C37}" dt="2026-02-10T20:13:36.074" v="2799" actId="207"/>
          <ac:spMkLst>
            <pc:docMk/>
            <pc:sldMk cId="1569061860" sldId="314"/>
            <ac:spMk id="4" creationId="{64607637-B7E6-2E24-861A-AF4E7CE08656}"/>
          </ac:spMkLst>
        </pc:spChg>
        <pc:spChg chg="mod">
          <ac:chgData name="Renan Xavier Cortes" userId="d6af805853004405" providerId="LiveId" clId="{2515B3CB-6173-492D-9A71-D0B1D2F02C37}" dt="2026-02-10T20:11:46.853" v="2729" actId="20577"/>
          <ac:spMkLst>
            <pc:docMk/>
            <pc:sldMk cId="1569061860" sldId="314"/>
            <ac:spMk id="8" creationId="{39AE06C5-34BE-4D68-97C3-4C07702C2DF6}"/>
          </ac:spMkLst>
        </pc:spChg>
        <pc:picChg chg="mod">
          <ac:chgData name="Renan Xavier Cortes" userId="d6af805853004405" providerId="LiveId" clId="{2515B3CB-6173-492D-9A71-D0B1D2F02C37}" dt="2026-02-10T20:12:29.780" v="2783" actId="1076"/>
          <ac:picMkLst>
            <pc:docMk/>
            <pc:sldMk cId="1569061860" sldId="314"/>
            <ac:picMk id="6" creationId="{50B90B5F-C5D4-5F33-668D-9092E904EE82}"/>
          </ac:picMkLst>
        </pc:picChg>
      </pc:sldChg>
      <pc:sldChg chg="add del">
        <pc:chgData name="Renan Xavier Cortes" userId="d6af805853004405" providerId="LiveId" clId="{2515B3CB-6173-492D-9A71-D0B1D2F02C37}" dt="2026-02-10T20:06:43.397" v="2694" actId="47"/>
        <pc:sldMkLst>
          <pc:docMk/>
          <pc:sldMk cId="3769350097" sldId="314"/>
        </pc:sldMkLst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4275142802" sldId="314"/>
        </pc:sldMkLst>
      </pc:sldChg>
      <pc:sldChg chg="add del">
        <pc:chgData name="Renan Xavier Cortes" userId="d6af805853004405" providerId="LiveId" clId="{2515B3CB-6173-492D-9A71-D0B1D2F02C37}" dt="2026-02-10T20:06:44.266" v="2695" actId="47"/>
        <pc:sldMkLst>
          <pc:docMk/>
          <pc:sldMk cId="227928590" sldId="315"/>
        </pc:sldMkLst>
      </pc:sldChg>
      <pc:sldChg chg="addSp delSp modSp add del mod delAnim modAnim">
        <pc:chgData name="Renan Xavier Cortes" userId="d6af805853004405" providerId="LiveId" clId="{2515B3CB-6173-492D-9A71-D0B1D2F02C37}" dt="2026-02-11T11:23:33.691" v="3148" actId="2696"/>
        <pc:sldMkLst>
          <pc:docMk/>
          <pc:sldMk cId="1533357963" sldId="315"/>
        </pc:sldMkLst>
        <pc:spChg chg="add mod">
          <ac:chgData name="Renan Xavier Cortes" userId="d6af805853004405" providerId="LiveId" clId="{2515B3CB-6173-492D-9A71-D0B1D2F02C37}" dt="2026-02-11T10:51:59.072" v="3090" actId="1076"/>
          <ac:spMkLst>
            <pc:docMk/>
            <pc:sldMk cId="1533357963" sldId="315"/>
            <ac:spMk id="4" creationId="{590B2D9D-A3B4-4583-BAAD-C62500A1C54C}"/>
          </ac:spMkLst>
        </pc:spChg>
        <pc:spChg chg="mod">
          <ac:chgData name="Renan Xavier Cortes" userId="d6af805853004405" providerId="LiveId" clId="{2515B3CB-6173-492D-9A71-D0B1D2F02C37}" dt="2026-02-11T10:42:54.551" v="2989" actId="20577"/>
          <ac:spMkLst>
            <pc:docMk/>
            <pc:sldMk cId="1533357963" sldId="315"/>
            <ac:spMk id="8" creationId="{39AE06C5-34BE-4D68-97C3-4C07702C2DF6}"/>
          </ac:spMkLst>
        </pc:spChg>
        <pc:spChg chg="add mod">
          <ac:chgData name="Renan Xavier Cortes" userId="d6af805853004405" providerId="LiveId" clId="{2515B3CB-6173-492D-9A71-D0B1D2F02C37}" dt="2026-02-11T10:52:39.621" v="3110" actId="1076"/>
          <ac:spMkLst>
            <pc:docMk/>
            <pc:sldMk cId="1533357963" sldId="315"/>
            <ac:spMk id="10" creationId="{CC577709-E337-B041-BC31-0346D9BA50FD}"/>
          </ac:spMkLst>
        </pc:spChg>
        <pc:spChg chg="add mod">
          <ac:chgData name="Renan Xavier Cortes" userId="d6af805853004405" providerId="LiveId" clId="{2515B3CB-6173-492D-9A71-D0B1D2F02C37}" dt="2026-02-11T11:11:33.825" v="3125" actId="1076"/>
          <ac:spMkLst>
            <pc:docMk/>
            <pc:sldMk cId="1533357963" sldId="315"/>
            <ac:spMk id="11" creationId="{991C76B0-1D4A-03E0-53B9-4E70E11604B5}"/>
          </ac:spMkLst>
        </pc:spChg>
        <pc:spChg chg="mod">
          <ac:chgData name="Renan Xavier Cortes" userId="d6af805853004405" providerId="LiveId" clId="{2515B3CB-6173-492D-9A71-D0B1D2F02C37}" dt="2026-02-11T10:45:46.887" v="3041" actId="20577"/>
          <ac:spMkLst>
            <pc:docMk/>
            <pc:sldMk cId="1533357963" sldId="315"/>
            <ac:spMk id="13" creationId="{FAC00850-5717-C315-17A1-9A446B893F9F}"/>
          </ac:spMkLst>
        </pc:spChg>
        <pc:picChg chg="del">
          <ac:chgData name="Renan Xavier Cortes" userId="d6af805853004405" providerId="LiveId" clId="{2515B3CB-6173-492D-9A71-D0B1D2F02C37}" dt="2026-02-11T10:42:07.613" v="2976" actId="478"/>
          <ac:picMkLst>
            <pc:docMk/>
            <pc:sldMk cId="1533357963" sldId="315"/>
            <ac:picMk id="5" creationId="{5F8370AB-F035-848C-485E-62E37F96D5A9}"/>
          </ac:picMkLst>
        </pc:picChg>
        <pc:picChg chg="add del mod">
          <ac:chgData name="Renan Xavier Cortes" userId="d6af805853004405" providerId="LiveId" clId="{2515B3CB-6173-492D-9A71-D0B1D2F02C37}" dt="2026-02-11T11:10:36.142" v="3113" actId="478"/>
          <ac:picMkLst>
            <pc:docMk/>
            <pc:sldMk cId="1533357963" sldId="315"/>
            <ac:picMk id="9" creationId="{E10DE684-48F3-7E7F-BF59-11110DC41F60}"/>
          </ac:picMkLst>
        </pc:picChg>
        <pc:picChg chg="add del mod ord">
          <ac:chgData name="Renan Xavier Cortes" userId="d6af805853004405" providerId="LiveId" clId="{2515B3CB-6173-492D-9A71-D0B1D2F02C37}" dt="2026-02-11T11:11:13.962" v="3119" actId="478"/>
          <ac:picMkLst>
            <pc:docMk/>
            <pc:sldMk cId="1533357963" sldId="315"/>
            <ac:picMk id="14" creationId="{4F709FD1-7959-F1FD-DB18-01ABCD41FD58}"/>
          </ac:picMkLst>
        </pc:picChg>
        <pc:picChg chg="add mod ord">
          <ac:chgData name="Renan Xavier Cortes" userId="d6af805853004405" providerId="LiveId" clId="{2515B3CB-6173-492D-9A71-D0B1D2F02C37}" dt="2026-02-11T11:11:25.348" v="3124" actId="1076"/>
          <ac:picMkLst>
            <pc:docMk/>
            <pc:sldMk cId="1533357963" sldId="315"/>
            <ac:picMk id="16" creationId="{EEA95C83-8CD3-44DB-73EC-F2D0722C79CF}"/>
          </ac:picMkLst>
        </pc:picChg>
        <pc:picChg chg="add mod">
          <ac:chgData name="Renan Xavier Cortes" userId="d6af805853004405" providerId="LiveId" clId="{2515B3CB-6173-492D-9A71-D0B1D2F02C37}" dt="2026-02-11T10:51:57.084" v="3089" actId="1076"/>
          <ac:picMkLst>
            <pc:docMk/>
            <pc:sldMk cId="1533357963" sldId="315"/>
            <ac:picMk id="1026" creationId="{E96F652C-ED79-B48A-B4D1-033511EBF644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1591743858" sldId="315"/>
        </pc:sldMkLst>
      </pc:sldChg>
      <pc:sldChg chg="addSp delSp modSp add mod">
        <pc:chgData name="Renan Xavier Cortes" userId="d6af805853004405" providerId="LiveId" clId="{2515B3CB-6173-492D-9A71-D0B1D2F02C37}" dt="2026-02-11T11:23:51.759" v="3153"/>
        <pc:sldMkLst>
          <pc:docMk/>
          <pc:sldMk cId="3931532674" sldId="315"/>
        </pc:sldMkLst>
        <pc:spChg chg="add mod">
          <ac:chgData name="Renan Xavier Cortes" userId="d6af805853004405" providerId="LiveId" clId="{2515B3CB-6173-492D-9A71-D0B1D2F02C37}" dt="2026-02-11T11:23:51.759" v="3153"/>
          <ac:spMkLst>
            <pc:docMk/>
            <pc:sldMk cId="3931532674" sldId="315"/>
            <ac:spMk id="5" creationId="{D6EABC95-45DD-A9C8-3FD2-5B7927B48F7D}"/>
          </ac:spMkLst>
        </pc:spChg>
        <pc:spChg chg="del">
          <ac:chgData name="Renan Xavier Cortes" userId="d6af805853004405" providerId="LiveId" clId="{2515B3CB-6173-492D-9A71-D0B1D2F02C37}" dt="2026-02-11T11:23:50.806" v="3152" actId="478"/>
          <ac:spMkLst>
            <pc:docMk/>
            <pc:sldMk cId="3931532674" sldId="315"/>
            <ac:spMk id="8" creationId="{39AE06C5-34BE-4D68-97C3-4C07702C2DF6}"/>
          </ac:spMkLst>
        </pc:spChg>
      </pc:sldChg>
      <pc:sldChg chg="add del">
        <pc:chgData name="Renan Xavier Cortes" userId="d6af805853004405" providerId="LiveId" clId="{2515B3CB-6173-492D-9A71-D0B1D2F02C37}" dt="2026-02-11T10:42:03.013" v="2975"/>
        <pc:sldMkLst>
          <pc:docMk/>
          <pc:sldMk cId="1320759142" sldId="316"/>
        </pc:sldMkLst>
      </pc:sldChg>
      <pc:sldChg chg="addSp delSp modSp add del mod delAnim">
        <pc:chgData name="Renan Xavier Cortes" userId="d6af805853004405" providerId="LiveId" clId="{2515B3CB-6173-492D-9A71-D0B1D2F02C37}" dt="2026-02-11T11:23:33.691" v="3148" actId="2696"/>
        <pc:sldMkLst>
          <pc:docMk/>
          <pc:sldMk cId="1487862507" sldId="316"/>
        </pc:sldMkLst>
        <pc:spChg chg="del">
          <ac:chgData name="Renan Xavier Cortes" userId="d6af805853004405" providerId="LiveId" clId="{2515B3CB-6173-492D-9A71-D0B1D2F02C37}" dt="2026-02-11T11:14:02.364" v="3137" actId="478"/>
          <ac:spMkLst>
            <pc:docMk/>
            <pc:sldMk cId="1487862507" sldId="316"/>
            <ac:spMk id="4" creationId="{590B2D9D-A3B4-4583-BAAD-C62500A1C54C}"/>
          </ac:spMkLst>
        </pc:spChg>
        <pc:spChg chg="del">
          <ac:chgData name="Renan Xavier Cortes" userId="d6af805853004405" providerId="LiveId" clId="{2515B3CB-6173-492D-9A71-D0B1D2F02C37}" dt="2026-02-11T11:13:55.597" v="3132" actId="478"/>
          <ac:spMkLst>
            <pc:docMk/>
            <pc:sldMk cId="1487862507" sldId="316"/>
            <ac:spMk id="10" creationId="{CC577709-E337-B041-BC31-0346D9BA50FD}"/>
          </ac:spMkLst>
        </pc:spChg>
        <pc:spChg chg="del">
          <ac:chgData name="Renan Xavier Cortes" userId="d6af805853004405" providerId="LiveId" clId="{2515B3CB-6173-492D-9A71-D0B1D2F02C37}" dt="2026-02-11T11:13:57.344" v="3134" actId="478"/>
          <ac:spMkLst>
            <pc:docMk/>
            <pc:sldMk cId="1487862507" sldId="316"/>
            <ac:spMk id="11" creationId="{991C76B0-1D4A-03E0-53B9-4E70E11604B5}"/>
          </ac:spMkLst>
        </pc:spChg>
        <pc:spChg chg="mod">
          <ac:chgData name="Renan Xavier Cortes" userId="d6af805853004405" providerId="LiveId" clId="{2515B3CB-6173-492D-9A71-D0B1D2F02C37}" dt="2026-02-11T11:13:56.013" v="3133" actId="1076"/>
          <ac:spMkLst>
            <pc:docMk/>
            <pc:sldMk cId="1487862507" sldId="316"/>
            <ac:spMk id="13" creationId="{FAC00850-5717-C315-17A1-9A446B893F9F}"/>
          </ac:spMkLst>
        </pc:spChg>
        <pc:picChg chg="add del mod">
          <ac:chgData name="Renan Xavier Cortes" userId="d6af805853004405" providerId="LiveId" clId="{2515B3CB-6173-492D-9A71-D0B1D2F02C37}" dt="2026-02-11T11:14:42.302" v="3140" actId="478"/>
          <ac:picMkLst>
            <pc:docMk/>
            <pc:sldMk cId="1487862507" sldId="316"/>
            <ac:picMk id="6" creationId="{D8C48F30-B76B-83B4-CF70-B52FF897E867}"/>
          </ac:picMkLst>
        </pc:picChg>
        <pc:picChg chg="add mod">
          <ac:chgData name="Renan Xavier Cortes" userId="d6af805853004405" providerId="LiveId" clId="{2515B3CB-6173-492D-9A71-D0B1D2F02C37}" dt="2026-02-11T11:14:45.908" v="3142" actId="1076"/>
          <ac:picMkLst>
            <pc:docMk/>
            <pc:sldMk cId="1487862507" sldId="316"/>
            <ac:picMk id="12" creationId="{F2293822-A593-2B3F-8560-5F3C043F6C7A}"/>
          </ac:picMkLst>
        </pc:picChg>
        <pc:picChg chg="add mod">
          <ac:chgData name="Renan Xavier Cortes" userId="d6af805853004405" providerId="LiveId" clId="{2515B3CB-6173-492D-9A71-D0B1D2F02C37}" dt="2026-02-11T11:15:25.123" v="3147" actId="1076"/>
          <ac:picMkLst>
            <pc:docMk/>
            <pc:sldMk cId="1487862507" sldId="316"/>
            <ac:picMk id="15" creationId="{49E24F5F-231C-D036-C6E7-020D65451711}"/>
          </ac:picMkLst>
        </pc:picChg>
        <pc:picChg chg="del">
          <ac:chgData name="Renan Xavier Cortes" userId="d6af805853004405" providerId="LiveId" clId="{2515B3CB-6173-492D-9A71-D0B1D2F02C37}" dt="2026-02-11T11:13:54.077" v="3131" actId="478"/>
          <ac:picMkLst>
            <pc:docMk/>
            <pc:sldMk cId="1487862507" sldId="316"/>
            <ac:picMk id="16" creationId="{EEA95C83-8CD3-44DB-73EC-F2D0722C79CF}"/>
          </ac:picMkLst>
        </pc:picChg>
        <pc:picChg chg="del">
          <ac:chgData name="Renan Xavier Cortes" userId="d6af805853004405" providerId="LiveId" clId="{2515B3CB-6173-492D-9A71-D0B1D2F02C37}" dt="2026-02-11T11:14:03.313" v="3138" actId="478"/>
          <ac:picMkLst>
            <pc:docMk/>
            <pc:sldMk cId="1487862507" sldId="316"/>
            <ac:picMk id="1026" creationId="{E96F652C-ED79-B48A-B4D1-033511EBF644}"/>
          </ac:picMkLst>
        </pc:picChg>
      </pc:sldChg>
      <pc:sldChg chg="addSp delSp modSp add mod">
        <pc:chgData name="Renan Xavier Cortes" userId="d6af805853004405" providerId="LiveId" clId="{2515B3CB-6173-492D-9A71-D0B1D2F02C37}" dt="2026-02-11T11:23:55.459" v="3155"/>
        <pc:sldMkLst>
          <pc:docMk/>
          <pc:sldMk cId="3448787842" sldId="316"/>
        </pc:sldMkLst>
        <pc:spChg chg="add mod">
          <ac:chgData name="Renan Xavier Cortes" userId="d6af805853004405" providerId="LiveId" clId="{2515B3CB-6173-492D-9A71-D0B1D2F02C37}" dt="2026-02-11T11:23:55.459" v="3155"/>
          <ac:spMkLst>
            <pc:docMk/>
            <pc:sldMk cId="3448787842" sldId="316"/>
            <ac:spMk id="4" creationId="{3EEAF659-A241-F2B5-85B2-29478C920869}"/>
          </ac:spMkLst>
        </pc:spChg>
        <pc:spChg chg="del">
          <ac:chgData name="Renan Xavier Cortes" userId="d6af805853004405" providerId="LiveId" clId="{2515B3CB-6173-492D-9A71-D0B1D2F02C37}" dt="2026-02-11T11:23:55.100" v="3154" actId="478"/>
          <ac:spMkLst>
            <pc:docMk/>
            <pc:sldMk cId="3448787842" sldId="316"/>
            <ac:spMk id="8" creationId="{39AE06C5-34BE-4D68-97C3-4C07702C2DF6}"/>
          </ac:spMkLst>
        </pc:sp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985587075" sldId="316"/>
        </pc:sldMkLst>
      </pc:sldChg>
      <pc:sldChg chg="addSp delSp modSp add mod">
        <pc:chgData name="Renan Xavier Cortes" userId="d6af805853004405" providerId="LiveId" clId="{2515B3CB-6173-492D-9A71-D0B1D2F02C37}" dt="2026-02-11T11:26:39.477" v="3296" actId="1076"/>
        <pc:sldMkLst>
          <pc:docMk/>
          <pc:sldMk cId="2888870774" sldId="317"/>
        </pc:sldMkLst>
        <pc:spChg chg="add mod">
          <ac:chgData name="Renan Xavier Cortes" userId="d6af805853004405" providerId="LiveId" clId="{2515B3CB-6173-492D-9A71-D0B1D2F02C37}" dt="2026-02-11T11:26:39.477" v="3296" actId="1076"/>
          <ac:spMkLst>
            <pc:docMk/>
            <pc:sldMk cId="2888870774" sldId="317"/>
            <ac:spMk id="4" creationId="{9A1B6F7B-18BC-E408-69F2-78EB9A9130E5}"/>
          </ac:spMkLst>
        </pc:spChg>
        <pc:spChg chg="mod">
          <ac:chgData name="Renan Xavier Cortes" userId="d6af805853004405" providerId="LiveId" clId="{2515B3CB-6173-492D-9A71-D0B1D2F02C37}" dt="2026-02-11T11:25:23.439" v="3202" actId="20577"/>
          <ac:spMkLst>
            <pc:docMk/>
            <pc:sldMk cId="2888870774" sldId="317"/>
            <ac:spMk id="8" creationId="{39AE06C5-34BE-4D68-97C3-4C07702C2DF6}"/>
          </ac:spMkLst>
        </pc:spChg>
        <pc:picChg chg="del">
          <ac:chgData name="Renan Xavier Cortes" userId="d6af805853004405" providerId="LiveId" clId="{2515B3CB-6173-492D-9A71-D0B1D2F02C37}" dt="2026-02-11T11:25:33.636" v="3203" actId="478"/>
          <ac:picMkLst>
            <pc:docMk/>
            <pc:sldMk cId="2888870774" sldId="317"/>
            <ac:picMk id="5" creationId="{5F8370AB-F035-848C-485E-62E37F96D5A9}"/>
          </ac:picMkLst>
        </pc:picChg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3255030277" sldId="317"/>
        </pc:sldMkLst>
      </pc:sldChg>
      <pc:sldChg chg="del">
        <pc:chgData name="Renan Xavier Cortes" userId="d6af805853004405" providerId="LiveId" clId="{2515B3CB-6173-492D-9A71-D0B1D2F02C37}" dt="2026-02-08T21:04:58.583" v="26" actId="47"/>
        <pc:sldMkLst>
          <pc:docMk/>
          <pc:sldMk cId="1704494031" sldId="318"/>
        </pc:sldMkLst>
      </pc:sldChg>
    </pc:docChg>
  </pc:docChgLst>
  <pc:docChgLst>
    <pc:chgData name="Renan Xavier Cortes" userId="d6af805853004405" providerId="LiveId" clId="{B46C618E-28B5-4507-BE38-B78F9BA16888}"/>
    <pc:docChg chg="undo custSel addSld delSld modSld">
      <pc:chgData name="Renan Xavier Cortes" userId="d6af805853004405" providerId="LiveId" clId="{B46C618E-28B5-4507-BE38-B78F9BA16888}" dt="2026-01-22T13:22:09.644" v="411" actId="1076"/>
      <pc:docMkLst>
        <pc:docMk/>
      </pc:docMkLst>
      <pc:sldChg chg="modSp mod">
        <pc:chgData name="Renan Xavier Cortes" userId="d6af805853004405" providerId="LiveId" clId="{B46C618E-28B5-4507-BE38-B78F9BA16888}" dt="2026-01-22T12:04:10.425" v="31" actId="20577"/>
        <pc:sldMkLst>
          <pc:docMk/>
          <pc:sldMk cId="193773268" sldId="256"/>
        </pc:sldMkLst>
        <pc:spChg chg="mod">
          <ac:chgData name="Renan Xavier Cortes" userId="d6af805853004405" providerId="LiveId" clId="{B46C618E-28B5-4507-BE38-B78F9BA16888}" dt="2026-01-22T12:04:10.425" v="31" actId="20577"/>
          <ac:spMkLst>
            <pc:docMk/>
            <pc:sldMk cId="193773268" sldId="256"/>
            <ac:spMk id="4" creationId="{D49A408B-D762-44A8-8FB9-8DC0FA83E7C6}"/>
          </ac:spMkLst>
        </pc:spChg>
      </pc:sldChg>
      <pc:sldChg chg="modSp mod">
        <pc:chgData name="Renan Xavier Cortes" userId="d6af805853004405" providerId="LiveId" clId="{B46C618E-28B5-4507-BE38-B78F9BA16888}" dt="2026-01-22T12:07:48.283" v="60" actId="403"/>
        <pc:sldMkLst>
          <pc:docMk/>
          <pc:sldMk cId="1859719164" sldId="259"/>
        </pc:sldMkLst>
        <pc:spChg chg="mod">
          <ac:chgData name="Renan Xavier Cortes" userId="d6af805853004405" providerId="LiveId" clId="{B46C618E-28B5-4507-BE38-B78F9BA16888}" dt="2026-01-22T12:07:48.283" v="60" actId="403"/>
          <ac:spMkLst>
            <pc:docMk/>
            <pc:sldMk cId="1859719164" sldId="259"/>
            <ac:spMk id="14" creationId="{427DBFEB-81BF-4CC3-A411-FBF43D295C56}"/>
          </ac:spMkLst>
        </pc:spChg>
      </pc:sldChg>
      <pc:sldChg chg="addSp delSp modSp mod">
        <pc:chgData name="Renan Xavier Cortes" userId="d6af805853004405" providerId="LiveId" clId="{B46C618E-28B5-4507-BE38-B78F9BA16888}" dt="2026-01-22T13:22:09.644" v="411" actId="1076"/>
        <pc:sldMkLst>
          <pc:docMk/>
          <pc:sldMk cId="2921823341" sldId="260"/>
        </pc:sldMkLst>
        <pc:spChg chg="mod">
          <ac:chgData name="Renan Xavier Cortes" userId="d6af805853004405" providerId="LiveId" clId="{B46C618E-28B5-4507-BE38-B78F9BA16888}" dt="2026-01-22T13:20:20.598" v="204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B46C618E-28B5-4507-BE38-B78F9BA16888}" dt="2026-01-22T13:22:09.644" v="411" actId="1076"/>
          <ac:spMkLst>
            <pc:docMk/>
            <pc:sldMk cId="2921823341" sldId="260"/>
            <ac:spMk id="14" creationId="{427DBFEB-81BF-4CC3-A411-FBF43D295C56}"/>
          </ac:spMkLst>
        </pc:spChg>
        <pc:picChg chg="add del">
          <ac:chgData name="Renan Xavier Cortes" userId="d6af805853004405" providerId="LiveId" clId="{B46C618E-28B5-4507-BE38-B78F9BA16888}" dt="2026-01-22T13:20:22.533" v="205" actId="478"/>
          <ac:picMkLst>
            <pc:docMk/>
            <pc:sldMk cId="2921823341" sldId="260"/>
            <ac:picMk id="5" creationId="{F5A85A22-64A3-45CD-5500-ABAF23354B76}"/>
          </ac:picMkLst>
        </pc:picChg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121898900" sldId="261"/>
        </pc:sldMkLst>
      </pc:sldChg>
      <pc:sldChg chg="new del">
        <pc:chgData name="Renan Xavier Cortes" userId="d6af805853004405" providerId="LiveId" clId="{B46C618E-28B5-4507-BE38-B78F9BA16888}" dt="2026-01-22T12:08:04.116" v="62" actId="680"/>
        <pc:sldMkLst>
          <pc:docMk/>
          <pc:sldMk cId="4021986991" sldId="26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689213611" sldId="262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495373715" sldId="263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12877480" sldId="26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07923279" sldId="265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391640227" sldId="26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343228278" sldId="267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4060517312" sldId="268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280539132" sldId="269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218368481" sldId="270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4045846075" sldId="27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090754589" sldId="27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791482239" sldId="275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446963972" sldId="27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536810104" sldId="277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805335353" sldId="278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732088967" sldId="280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675466683" sldId="281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94495569" sldId="282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1551874195" sldId="283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3855288861" sldId="284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2773026186" sldId="286"/>
        </pc:sldMkLst>
      </pc:sldChg>
      <pc:sldChg chg="del">
        <pc:chgData name="Renan Xavier Cortes" userId="d6af805853004405" providerId="LiveId" clId="{B46C618E-28B5-4507-BE38-B78F9BA16888}" dt="2026-01-22T12:05:12.026" v="50" actId="47"/>
        <pc:sldMkLst>
          <pc:docMk/>
          <pc:sldMk cId="623748094" sldId="287"/>
        </pc:sldMkLst>
      </pc:sldChg>
    </pc:docChg>
  </pc:docChgLst>
  <pc:docChgLst>
    <pc:chgData name="Renan Xavier Cortes" userId="d6af805853004405" providerId="LiveId" clId="{6CBA8CAD-390F-4A11-B907-BBB4B6E0B449}"/>
    <pc:docChg chg="undo custSel addSld delSld modSld">
      <pc:chgData name="Renan Xavier Cortes" userId="d6af805853004405" providerId="LiveId" clId="{6CBA8CAD-390F-4A11-B907-BBB4B6E0B449}" dt="2026-01-21T21:00:53.358" v="2269"/>
      <pc:docMkLst>
        <pc:docMk/>
      </pc:docMkLst>
      <pc:sldChg chg="modSp mod modAnim">
        <pc:chgData name="Renan Xavier Cortes" userId="d6af805853004405" providerId="LiveId" clId="{6CBA8CAD-390F-4A11-B907-BBB4B6E0B449}" dt="2026-01-21T20:32:15.264" v="2075" actId="20577"/>
        <pc:sldMkLst>
          <pc:docMk/>
          <pc:sldMk cId="1859719164" sldId="259"/>
        </pc:sldMkLst>
        <pc:spChg chg="mod">
          <ac:chgData name="Renan Xavier Cortes" userId="d6af805853004405" providerId="LiveId" clId="{6CBA8CAD-390F-4A11-B907-BBB4B6E0B449}" dt="2026-01-21T18:21:08.433" v="1046" actId="1076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20:32:15.264" v="2075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modSp add mod setBg modAnim">
        <pc:chgData name="Renan Xavier Cortes" userId="d6af805853004405" providerId="LiveId" clId="{6CBA8CAD-390F-4A11-B907-BBB4B6E0B449}" dt="2026-01-21T18:27:43.477" v="1241"/>
        <pc:sldMkLst>
          <pc:docMk/>
          <pc:sldMk cId="2921823341" sldId="260"/>
        </pc:sldMkLst>
        <pc:spChg chg="mod">
          <ac:chgData name="Renan Xavier Cortes" userId="d6af805853004405" providerId="LiveId" clId="{6CBA8CAD-390F-4A11-B907-BBB4B6E0B449}" dt="2026-01-21T18:21:08.116" v="1045" actId="1076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23.079" v="123" actId="1076"/>
          <ac:spMkLst>
            <pc:docMk/>
            <pc:sldMk cId="2921823341" sldId="260"/>
            <ac:spMk id="14" creationId="{427DBFEB-81BF-4CC3-A411-FBF43D295C56}"/>
          </ac:spMkLst>
        </pc:spChg>
      </pc:sldChg>
      <pc:sldChg chg="modSp add mod modAnim">
        <pc:chgData name="Renan Xavier Cortes" userId="d6af805853004405" providerId="LiveId" clId="{6CBA8CAD-390F-4A11-B907-BBB4B6E0B449}" dt="2026-01-21T18:27:45.974" v="1242"/>
        <pc:sldMkLst>
          <pc:docMk/>
          <pc:sldMk cId="2121898900" sldId="261"/>
        </pc:sldMkLst>
        <pc:spChg chg="mod">
          <ac:chgData name="Renan Xavier Cortes" userId="d6af805853004405" providerId="LiveId" clId="{6CBA8CAD-390F-4A11-B907-BBB4B6E0B449}" dt="2026-01-21T18:21:07.798" v="1044" actId="1076"/>
          <ac:spMkLst>
            <pc:docMk/>
            <pc:sldMk cId="2121898900" sldId="261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30.629" v="124" actId="1076"/>
          <ac:spMkLst>
            <pc:docMk/>
            <pc:sldMk cId="2121898900" sldId="261"/>
            <ac:spMk id="14" creationId="{427DBFEB-81BF-4CC3-A411-FBF43D295C5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8:27:49.174" v="1243"/>
        <pc:sldMkLst>
          <pc:docMk/>
          <pc:sldMk cId="2689213611" sldId="262"/>
        </pc:sldMkLst>
        <pc:spChg chg="mod">
          <ac:chgData name="Renan Xavier Cortes" userId="d6af805853004405" providerId="LiveId" clId="{6CBA8CAD-390F-4A11-B907-BBB4B6E0B449}" dt="2026-01-21T18:21:07.566" v="1043" actId="1076"/>
          <ac:spMkLst>
            <pc:docMk/>
            <pc:sldMk cId="2689213611" sldId="262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6:51.360" v="239" actId="1076"/>
          <ac:spMkLst>
            <pc:docMk/>
            <pc:sldMk cId="268921361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12:19.893" v="470" actId="1076"/>
          <ac:picMkLst>
            <pc:docMk/>
            <pc:sldMk cId="2689213611" sldId="262"/>
            <ac:picMk id="5" creationId="{B75BA797-89E6-A590-E6E0-1930AE23BE87}"/>
          </ac:picMkLst>
        </pc:picChg>
        <pc:picChg chg="add mod">
          <ac:chgData name="Renan Xavier Cortes" userId="d6af805853004405" providerId="LiveId" clId="{6CBA8CAD-390F-4A11-B907-BBB4B6E0B449}" dt="2026-01-21T12:52:15.476" v="224" actId="1076"/>
          <ac:picMkLst>
            <pc:docMk/>
            <pc:sldMk cId="2689213611" sldId="262"/>
            <ac:picMk id="1026" creationId="{3AF06A5C-D23B-2668-9192-9EBD3941659A}"/>
          </ac:picMkLst>
        </pc:picChg>
        <pc:picChg chg="add del mod">
          <ac:chgData name="Renan Xavier Cortes" userId="d6af805853004405" providerId="LiveId" clId="{6CBA8CAD-390F-4A11-B907-BBB4B6E0B449}" dt="2026-01-21T13:11:02.235" v="456" actId="478"/>
          <ac:picMkLst>
            <pc:docMk/>
            <pc:sldMk cId="2689213611" sldId="262"/>
            <ac:picMk id="1028" creationId="{DA3B7BDF-718D-955C-F889-8AC8A1DCBC20}"/>
          </ac:picMkLst>
        </pc:picChg>
        <pc:picChg chg="add del mod">
          <ac:chgData name="Renan Xavier Cortes" userId="d6af805853004405" providerId="LiveId" clId="{6CBA8CAD-390F-4A11-B907-BBB4B6E0B449}" dt="2026-01-21T13:11:38.475" v="462" actId="478"/>
          <ac:picMkLst>
            <pc:docMk/>
            <pc:sldMk cId="2689213611" sldId="262"/>
            <ac:picMk id="1030" creationId="{B3AD39F1-033B-7A4E-B6EE-FD3713D8D962}"/>
          </ac:picMkLst>
        </pc:picChg>
        <pc:picChg chg="add del mod">
          <ac:chgData name="Renan Xavier Cortes" userId="d6af805853004405" providerId="LiveId" clId="{6CBA8CAD-390F-4A11-B907-BBB4B6E0B449}" dt="2026-01-21T13:12:11.437" v="465" actId="478"/>
          <ac:picMkLst>
            <pc:docMk/>
            <pc:sldMk cId="2689213611" sldId="262"/>
            <ac:picMk id="1032" creationId="{FF87EAF8-5213-0FCC-8C98-B9AD5FF62219}"/>
          </ac:picMkLst>
        </pc:picChg>
      </pc:sldChg>
      <pc:sldChg chg="addSp delSp modSp add mod addAnim delAnim">
        <pc:chgData name="Renan Xavier Cortes" userId="d6af805853004405" providerId="LiveId" clId="{6CBA8CAD-390F-4A11-B907-BBB4B6E0B449}" dt="2026-01-21T18:21:07.371" v="1042" actId="1076"/>
        <pc:sldMkLst>
          <pc:docMk/>
          <pc:sldMk cId="1495373715" sldId="263"/>
        </pc:sldMkLst>
        <pc:spChg chg="add mod">
          <ac:chgData name="Renan Xavier Cortes" userId="d6af805853004405" providerId="LiveId" clId="{6CBA8CAD-390F-4A11-B907-BBB4B6E0B449}" dt="2026-01-21T13:01:54.451" v="356" actId="1076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6CBA8CAD-390F-4A11-B907-BBB4B6E0B449}" dt="2026-01-21T18:21:07.371" v="1042" actId="1076"/>
          <ac:spMkLst>
            <pc:docMk/>
            <pc:sldMk cId="1495373715" sldId="263"/>
            <ac:spMk id="8" creationId="{39AE06C5-34BE-4D68-97C3-4C07702C2DF6}"/>
          </ac:spMkLst>
        </pc:spChg>
        <pc:spChg chg="add del mod">
          <ac:chgData name="Renan Xavier Cortes" userId="d6af805853004405" providerId="LiveId" clId="{6CBA8CAD-390F-4A11-B907-BBB4B6E0B449}" dt="2026-01-21T13:00:39.412" v="323" actId="478"/>
          <ac:spMkLst>
            <pc:docMk/>
            <pc:sldMk cId="1495373715" sldId="263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01:23.017" v="328" actId="1076"/>
          <ac:picMkLst>
            <pc:docMk/>
            <pc:sldMk cId="1495373715" sldId="263"/>
            <ac:picMk id="5" creationId="{99503125-E213-E8F6-DAF3-BEC6F775BCC7}"/>
          </ac:picMkLst>
        </pc:picChg>
        <pc:picChg chg="del">
          <ac:chgData name="Renan Xavier Cortes" userId="d6af805853004405" providerId="LiveId" clId="{6CBA8CAD-390F-4A11-B907-BBB4B6E0B449}" dt="2026-01-21T12:57:41.054" v="267" actId="478"/>
          <ac:picMkLst>
            <pc:docMk/>
            <pc:sldMk cId="1495373715" sldId="263"/>
            <ac:picMk id="1026" creationId="{3AF06A5C-D23B-2668-9192-9EBD3941659A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7:56.296" v="1244"/>
        <pc:sldMkLst>
          <pc:docMk/>
          <pc:sldMk cId="612877480" sldId="264"/>
        </pc:sldMkLst>
        <pc:spChg chg="add mod">
          <ac:chgData name="Renan Xavier Cortes" userId="d6af805853004405" providerId="LiveId" clId="{6CBA8CAD-390F-4A11-B907-BBB4B6E0B449}" dt="2026-01-21T13:36:06.850" v="841" actId="1076"/>
          <ac:spMkLst>
            <pc:docMk/>
            <pc:sldMk cId="612877480" sldId="264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7.154" v="1041" actId="1076"/>
          <ac:spMkLst>
            <pc:docMk/>
            <pc:sldMk cId="612877480" sldId="264"/>
            <ac:spMk id="8" creationId="{39AE06C5-34BE-4D68-97C3-4C07702C2DF6}"/>
          </ac:spMkLst>
        </pc:spChg>
        <pc:spChg chg="del mod">
          <ac:chgData name="Renan Xavier Cortes" userId="d6af805853004405" providerId="LiveId" clId="{6CBA8CAD-390F-4A11-B907-BBB4B6E0B449}" dt="2026-01-21T13:14:12.001" v="508" actId="478"/>
          <ac:spMkLst>
            <pc:docMk/>
            <pc:sldMk cId="612877480" sldId="264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00:47.167" v="326" actId="478"/>
          <ac:picMkLst>
            <pc:docMk/>
            <pc:sldMk cId="612877480" sldId="264"/>
            <ac:picMk id="5" creationId="{99503125-E213-E8F6-DAF3-BEC6F775BCC7}"/>
          </ac:picMkLst>
        </pc:picChg>
        <pc:picChg chg="add del mod">
          <ac:chgData name="Renan Xavier Cortes" userId="d6af805853004405" providerId="LiveId" clId="{6CBA8CAD-390F-4A11-B907-BBB4B6E0B449}" dt="2026-01-21T13:09:02.318" v="445" actId="478"/>
          <ac:picMkLst>
            <pc:docMk/>
            <pc:sldMk cId="612877480" sldId="264"/>
            <ac:picMk id="2050" creationId="{4E6A8334-909C-5345-FD38-6DE6C71617FE}"/>
          </ac:picMkLst>
        </pc:picChg>
        <pc:picChg chg="add del mod">
          <ac:chgData name="Renan Xavier Cortes" userId="d6af805853004405" providerId="LiveId" clId="{6CBA8CAD-390F-4A11-B907-BBB4B6E0B449}" dt="2026-01-21T13:09:02.823" v="446" actId="478"/>
          <ac:picMkLst>
            <pc:docMk/>
            <pc:sldMk cId="612877480" sldId="264"/>
            <ac:picMk id="2052" creationId="{A4619851-0E89-7971-65B8-8C06288BD402}"/>
          </ac:picMkLst>
        </pc:picChg>
        <pc:picChg chg="add mod">
          <ac:chgData name="Renan Xavier Cortes" userId="d6af805853004405" providerId="LiveId" clId="{6CBA8CAD-390F-4A11-B907-BBB4B6E0B449}" dt="2026-01-21T13:18:06.064" v="616" actId="1076"/>
          <ac:picMkLst>
            <pc:docMk/>
            <pc:sldMk cId="612877480" sldId="264"/>
            <ac:picMk id="2054" creationId="{9BBBB796-11B1-9E9B-9024-C023ED27709B}"/>
          </ac:picMkLst>
        </pc:picChg>
        <pc:picChg chg="add mod">
          <ac:chgData name="Renan Xavier Cortes" userId="d6af805853004405" providerId="LiveId" clId="{6CBA8CAD-390F-4A11-B907-BBB4B6E0B449}" dt="2026-01-21T13:35:54.165" v="840" actId="1076"/>
          <ac:picMkLst>
            <pc:docMk/>
            <pc:sldMk cId="612877480" sldId="264"/>
            <ac:picMk id="2056" creationId="{750C220B-DEEE-CE57-43CB-5AB737C5E7AC}"/>
          </ac:picMkLst>
        </pc:picChg>
        <pc:picChg chg="add del mod">
          <ac:chgData name="Renan Xavier Cortes" userId="d6af805853004405" providerId="LiveId" clId="{6CBA8CAD-390F-4A11-B907-BBB4B6E0B449}" dt="2026-01-21T13:34:49.369" v="767" actId="478"/>
          <ac:picMkLst>
            <pc:docMk/>
            <pc:sldMk cId="612877480" sldId="264"/>
            <ac:picMk id="2058" creationId="{04060264-FEF9-2D28-9DF9-52482BDA4C9B}"/>
          </ac:picMkLst>
        </pc:picChg>
      </pc:sldChg>
      <pc:sldChg chg="modSp add modAnim">
        <pc:chgData name="Renan Xavier Cortes" userId="d6af805853004405" providerId="LiveId" clId="{6CBA8CAD-390F-4A11-B907-BBB4B6E0B449}" dt="2026-01-21T18:28:01.649" v="1246"/>
        <pc:sldMkLst>
          <pc:docMk/>
          <pc:sldMk cId="607923279" sldId="265"/>
        </pc:sldMkLst>
        <pc:spChg chg="mod">
          <ac:chgData name="Renan Xavier Cortes" userId="d6af805853004405" providerId="LiveId" clId="{6CBA8CAD-390F-4A11-B907-BBB4B6E0B449}" dt="2026-01-21T13:20:28.364" v="734" actId="5793"/>
          <ac:spMkLst>
            <pc:docMk/>
            <pc:sldMk cId="607923279" sldId="265"/>
            <ac:spMk id="14" creationId="{427DBFEB-81BF-4CC3-A411-FBF43D295C56}"/>
          </ac:spMkLst>
        </pc:spChg>
        <pc:picChg chg="mod">
          <ac:chgData name="Renan Xavier Cortes" userId="d6af805853004405" providerId="LiveId" clId="{6CBA8CAD-390F-4A11-B907-BBB4B6E0B449}" dt="2026-01-21T13:20:33.305" v="736" actId="1076"/>
          <ac:picMkLst>
            <pc:docMk/>
            <pc:sldMk cId="607923279" sldId="265"/>
            <ac:picMk id="2050" creationId="{4E6A8334-909C-5345-FD38-6DE6C71617FE}"/>
          </ac:picMkLst>
        </pc:picChg>
        <pc:picChg chg="mod">
          <ac:chgData name="Renan Xavier Cortes" userId="d6af805853004405" providerId="LiveId" clId="{6CBA8CAD-390F-4A11-B907-BBB4B6E0B449}" dt="2026-01-21T13:20:35.259" v="737" actId="14100"/>
          <ac:picMkLst>
            <pc:docMk/>
            <pc:sldMk cId="607923279" sldId="265"/>
            <ac:picMk id="2052" creationId="{A4619851-0E89-7971-65B8-8C06288BD402}"/>
          </ac:picMkLst>
        </pc:picChg>
      </pc:sldChg>
      <pc:sldChg chg="delSp add del">
        <pc:chgData name="Renan Xavier Cortes" userId="d6af805853004405" providerId="LiveId" clId="{6CBA8CAD-390F-4A11-B907-BBB4B6E0B449}" dt="2026-01-21T13:31:31.518" v="744" actId="47"/>
        <pc:sldMkLst>
          <pc:docMk/>
          <pc:sldMk cId="2167676923" sldId="266"/>
        </pc:sldMkLst>
        <pc:picChg chg="del">
          <ac:chgData name="Renan Xavier Cortes" userId="d6af805853004405" providerId="LiveId" clId="{6CBA8CAD-390F-4A11-B907-BBB4B6E0B449}" dt="2026-01-21T13:30:49.800" v="741" actId="478"/>
          <ac:picMkLst>
            <pc:docMk/>
            <pc:sldMk cId="2167676923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0:50.789" v="743" actId="478"/>
          <ac:picMkLst>
            <pc:docMk/>
            <pc:sldMk cId="2167676923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0:50.246" v="742" actId="478"/>
          <ac:picMkLst>
            <pc:docMk/>
            <pc:sldMk cId="2167676923" sldId="266"/>
            <ac:picMk id="2058" creationId="{04060264-FEF9-2D28-9DF9-52482BDA4C9B}"/>
          </ac:picMkLst>
        </pc:picChg>
      </pc:sldChg>
      <pc:sldChg chg="delSp modSp add mod modAnim">
        <pc:chgData name="Renan Xavier Cortes" userId="d6af805853004405" providerId="LiveId" clId="{6CBA8CAD-390F-4A11-B907-BBB4B6E0B449}" dt="2026-01-21T18:27:58.688" v="1245"/>
        <pc:sldMkLst>
          <pc:docMk/>
          <pc:sldMk cId="3391640227" sldId="266"/>
        </pc:sldMkLst>
        <pc:spChg chg="mod">
          <ac:chgData name="Renan Xavier Cortes" userId="d6af805853004405" providerId="LiveId" clId="{6CBA8CAD-390F-4A11-B907-BBB4B6E0B449}" dt="2026-01-21T13:42:03.435" v="944" actId="20577"/>
          <ac:spMkLst>
            <pc:docMk/>
            <pc:sldMk cId="3391640227" sldId="266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6.912" v="1040" actId="1076"/>
          <ac:spMkLst>
            <pc:docMk/>
            <pc:sldMk cId="3391640227" sldId="266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3:32:08.926" v="746" actId="478"/>
          <ac:picMkLst>
            <pc:docMk/>
            <pc:sldMk cId="3391640227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2:10.004" v="748" actId="478"/>
          <ac:picMkLst>
            <pc:docMk/>
            <pc:sldMk cId="3391640227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2:09.372" v="747" actId="478"/>
          <ac:picMkLst>
            <pc:docMk/>
            <pc:sldMk cId="3391640227" sldId="266"/>
            <ac:picMk id="2058" creationId="{04060264-FEF9-2D28-9DF9-52482BDA4C9B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8:05.192" v="1247"/>
        <pc:sldMkLst>
          <pc:docMk/>
          <pc:sldMk cId="1343228278" sldId="267"/>
        </pc:sldMkLst>
        <pc:spChg chg="add mod">
          <ac:chgData name="Renan Xavier Cortes" userId="d6af805853004405" providerId="LiveId" clId="{6CBA8CAD-390F-4A11-B907-BBB4B6E0B449}" dt="2026-01-21T13:42:09.587" v="946" actId="20577"/>
          <ac:spMkLst>
            <pc:docMk/>
            <pc:sldMk cId="1343228278" sldId="26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3:40:12.521" v="911"/>
          <ac:spMkLst>
            <pc:docMk/>
            <pc:sldMk cId="1343228278" sldId="267"/>
            <ac:spMk id="5" creationId="{761FBCEB-4A99-0E96-EB2F-126B5E2ADEDE}"/>
          </ac:spMkLst>
        </pc:spChg>
        <pc:spChg chg="add">
          <ac:chgData name="Renan Xavier Cortes" userId="d6af805853004405" providerId="LiveId" clId="{6CBA8CAD-390F-4A11-B907-BBB4B6E0B449}" dt="2026-01-21T13:40:28.193" v="916"/>
          <ac:spMkLst>
            <pc:docMk/>
            <pc:sldMk cId="1343228278" sldId="267"/>
            <ac:spMk id="6" creationId="{23BAF368-5B04-A6D4-F4BA-78FE4BDB80E1}"/>
          </ac:spMkLst>
        </pc:spChg>
        <pc:spChg chg="del mod">
          <ac:chgData name="Renan Xavier Cortes" userId="d6af805853004405" providerId="LiveId" clId="{6CBA8CAD-390F-4A11-B907-BBB4B6E0B449}" dt="2026-01-21T13:38:48.266" v="879" actId="478"/>
          <ac:spMkLst>
            <pc:docMk/>
            <pc:sldMk cId="1343228278" sldId="267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37:26.842" v="850" actId="478"/>
          <ac:picMkLst>
            <pc:docMk/>
            <pc:sldMk cId="1343228278" sldId="267"/>
            <ac:picMk id="2050" creationId="{4E6A8334-909C-5345-FD38-6DE6C71617FE}"/>
          </ac:picMkLst>
        </pc:picChg>
        <pc:picChg chg="del">
          <ac:chgData name="Renan Xavier Cortes" userId="d6af805853004405" providerId="LiveId" clId="{6CBA8CAD-390F-4A11-B907-BBB4B6E0B449}" dt="2026-01-21T13:37:27.155" v="851" actId="478"/>
          <ac:picMkLst>
            <pc:docMk/>
            <pc:sldMk cId="1343228278" sldId="267"/>
            <ac:picMk id="2052" creationId="{A4619851-0E89-7971-65B8-8C06288BD40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2" creationId="{0EFA11CA-E7DF-AF44-7C52-1A7BCD0EF98A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3" creationId="{17A06DBE-F56F-D7CF-5D37-101F12487686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4" creationId="{D0F78DC5-EBA6-F8C1-B608-9845395822CB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5" creationId="{54E39B7E-F8EF-4086-9DF4-84532F95025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6" creationId="{5ADF0543-3E47-7B59-14CE-9E32F05955F4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7" creationId="{67FDB388-93D8-C347-BB8B-043340CBCCFC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29" creationId="{284947AA-7AA3-F62A-866F-6A1A3BEEABEF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0" creationId="{C98BC9A4-C207-F1E1-7341-3A1B70215058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1" creationId="{375CC78C-4981-2DA9-88E6-EFB2FD84677E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2" creationId="{5F0B81A0-9240-D916-E71A-E6D3F50B265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3" creationId="{21770704-1681-BDE9-B7A7-EE6D8264F71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4" creationId="{DD427550-CCC4-E20C-CF8C-A439F0C0E9D2}"/>
          </ac:picMkLst>
        </pc:picChg>
      </pc:sldChg>
      <pc:sldChg chg="addSp delSp modSp add mod addAnim delAnim modAnim">
        <pc:chgData name="Renan Xavier Cortes" userId="d6af805853004405" providerId="LiveId" clId="{6CBA8CAD-390F-4A11-B907-BBB4B6E0B449}" dt="2026-01-21T20:59:32.449" v="2258" actId="1076"/>
        <pc:sldMkLst>
          <pc:docMk/>
          <pc:sldMk cId="4060517312" sldId="268"/>
        </pc:sldMkLst>
        <pc:spChg chg="add del mod">
          <ac:chgData name="Renan Xavier Cortes" userId="d6af805853004405" providerId="LiveId" clId="{6CBA8CAD-390F-4A11-B907-BBB4B6E0B449}" dt="2026-01-21T20:59:28.978" v="2257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32.449" v="2258" actId="1076"/>
          <ac:spMkLst>
            <pc:docMk/>
            <pc:sldMk cId="4060517312" sldId="268"/>
            <ac:spMk id="8" creationId="{39AE06C5-34BE-4D68-97C3-4C07702C2DF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9:57:31.132" v="2031" actId="1076"/>
        <pc:sldMkLst>
          <pc:docMk/>
          <pc:sldMk cId="2280539132" sldId="269"/>
        </pc:sldMkLst>
        <pc:spChg chg="mod">
          <ac:chgData name="Renan Xavier Cortes" userId="d6af805853004405" providerId="LiveId" clId="{6CBA8CAD-390F-4A11-B907-BBB4B6E0B449}" dt="2026-01-21T19:29:34.350" v="1988" actId="20577"/>
          <ac:spMkLst>
            <pc:docMk/>
            <pc:sldMk cId="2280539132" sldId="269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19:28:38.900" v="1982" actId="20577"/>
          <ac:spMkLst>
            <pc:docMk/>
            <pc:sldMk cId="2280539132" sldId="269"/>
            <ac:spMk id="8" creationId="{39AE06C5-34BE-4D68-97C3-4C07702C2DF6}"/>
          </ac:spMkLst>
        </pc:spChg>
        <pc:picChg chg="add del mod">
          <ac:chgData name="Renan Xavier Cortes" userId="d6af805853004405" providerId="LiveId" clId="{6CBA8CAD-390F-4A11-B907-BBB4B6E0B449}" dt="2026-01-21T19:36:40.507" v="1993" actId="478"/>
          <ac:picMkLst>
            <pc:docMk/>
            <pc:sldMk cId="2280539132" sldId="269"/>
            <ac:picMk id="6" creationId="{1FF55C8A-24A1-2834-88D3-7F49B46E12DA}"/>
          </ac:picMkLst>
        </pc:picChg>
        <pc:picChg chg="add del mod">
          <ac:chgData name="Renan Xavier Cortes" userId="d6af805853004405" providerId="LiveId" clId="{6CBA8CAD-390F-4A11-B907-BBB4B6E0B449}" dt="2026-01-21T19:57:20.787" v="2028" actId="478"/>
          <ac:picMkLst>
            <pc:docMk/>
            <pc:sldMk cId="2280539132" sldId="269"/>
            <ac:picMk id="10" creationId="{DB7C7009-8D56-695C-4B6E-E9C1203D95EF}"/>
          </ac:picMkLst>
        </pc:picChg>
        <pc:picChg chg="add mod">
          <ac:chgData name="Renan Xavier Cortes" userId="d6af805853004405" providerId="LiveId" clId="{6CBA8CAD-390F-4A11-B907-BBB4B6E0B449}" dt="2026-01-21T19:57:31.132" v="2031" actId="1076"/>
          <ac:picMkLst>
            <pc:docMk/>
            <pc:sldMk cId="2280539132" sldId="269"/>
            <ac:picMk id="12" creationId="{387B2521-0873-2B44-23CB-06F158F17A95}"/>
          </ac:picMkLst>
        </pc:picChg>
        <pc:picChg chg="add del">
          <ac:chgData name="Renan Xavier Cortes" userId="d6af805853004405" providerId="LiveId" clId="{6CBA8CAD-390F-4A11-B907-BBB4B6E0B449}" dt="2026-01-21T19:34:39.537" v="1990" actId="478"/>
          <ac:picMkLst>
            <pc:docMk/>
            <pc:sldMk cId="2280539132" sldId="269"/>
            <ac:picMk id="14338" creationId="{6E12BE7A-2157-D78B-66BE-B4AFC6F10B8A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27.912" v="2261"/>
        <pc:sldMkLst>
          <pc:docMk/>
          <pc:sldMk cId="1218368481" sldId="270"/>
        </pc:sldMkLst>
        <pc:spChg chg="mod">
          <ac:chgData name="Renan Xavier Cortes" userId="d6af805853004405" providerId="LiveId" clId="{6CBA8CAD-390F-4A11-B907-BBB4B6E0B449}" dt="2026-01-21T19:44:08.525" v="2021" actId="20577"/>
          <ac:spMkLst>
            <pc:docMk/>
            <pc:sldMk cId="1218368481" sldId="270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9:44:20.030" v="2023"/>
          <ac:spMkLst>
            <pc:docMk/>
            <pc:sldMk cId="1218368481" sldId="270"/>
            <ac:spMk id="5" creationId="{F2A97601-E2DD-3BBC-74F4-2EA087A13F98}"/>
          </ac:spMkLst>
        </pc:spChg>
        <pc:spChg chg="add del">
          <ac:chgData name="Renan Xavier Cortes" userId="d6af805853004405" providerId="LiveId" clId="{6CBA8CAD-390F-4A11-B907-BBB4B6E0B449}" dt="2026-01-21T19:44:44.857" v="2025" actId="478"/>
          <ac:spMkLst>
            <pc:docMk/>
            <pc:sldMk cId="1218368481" sldId="270"/>
            <ac:spMk id="6" creationId="{5DA31ED7-3101-E188-86DD-5907439477B8}"/>
          </ac:spMkLst>
        </pc:spChg>
        <pc:spChg chg="del">
          <ac:chgData name="Renan Xavier Cortes" userId="d6af805853004405" providerId="LiveId" clId="{6CBA8CAD-390F-4A11-B907-BBB4B6E0B449}" dt="2026-01-21T19:44:19.710" v="2022" actId="478"/>
          <ac:spMkLst>
            <pc:docMk/>
            <pc:sldMk cId="1218368481" sldId="270"/>
            <ac:spMk id="8" creationId="{39AE06C5-34BE-4D68-97C3-4C07702C2DF6}"/>
          </ac:spMkLst>
        </pc:spChg>
        <pc:spChg chg="add mod">
          <ac:chgData name="Renan Xavier Cortes" userId="d6af805853004405" providerId="LiveId" clId="{6CBA8CAD-390F-4A11-B907-BBB4B6E0B449}" dt="2026-01-21T19:44:51.612" v="2027" actId="14100"/>
          <ac:spMkLst>
            <pc:docMk/>
            <pc:sldMk cId="1218368481" sldId="270"/>
            <ac:spMk id="9" creationId="{8D99C18C-4384-15B5-AE25-CA173BF5FF2A}"/>
          </ac:spMkLst>
        </pc:spChg>
        <pc:picChg chg="add mod">
          <ac:chgData name="Renan Xavier Cortes" userId="d6af805853004405" providerId="LiveId" clId="{6CBA8CAD-390F-4A11-B907-BBB4B6E0B449}" dt="2026-01-21T20:09:57.973" v="2038" actId="1076"/>
          <ac:picMkLst>
            <pc:docMk/>
            <pc:sldMk cId="1218368481" sldId="270"/>
            <ac:picMk id="11" creationId="{61149965-3367-6BC9-6804-26C7F2A938B0}"/>
          </ac:picMkLst>
        </pc:picChg>
      </pc:sldChg>
      <pc:sldChg chg="addSp modSp add mod modAnim">
        <pc:chgData name="Renan Xavier Cortes" userId="d6af805853004405" providerId="LiveId" clId="{6CBA8CAD-390F-4A11-B907-BBB4B6E0B449}" dt="2026-01-21T21:00:44.298" v="2266"/>
        <pc:sldMkLst>
          <pc:docMk/>
          <pc:sldMk cId="4045846075" sldId="271"/>
        </pc:sldMkLst>
        <pc:spChg chg="mod">
          <ac:chgData name="Renan Xavier Cortes" userId="d6af805853004405" providerId="LiveId" clId="{6CBA8CAD-390F-4A11-B907-BBB4B6E0B449}" dt="2026-01-21T20:37:36.926" v="2124" actId="20577"/>
          <ac:spMkLst>
            <pc:docMk/>
            <pc:sldMk cId="4045846075" sldId="271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48:01.809" v="2132" actId="404"/>
          <ac:spMkLst>
            <pc:docMk/>
            <pc:sldMk cId="4045846075" sldId="271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20:47:25.028" v="2126" actId="1076"/>
          <ac:picMkLst>
            <pc:docMk/>
            <pc:sldMk cId="4045846075" sldId="271"/>
            <ac:picMk id="6" creationId="{CB9F02F1-AFED-6149-90A3-CE7F1933A876}"/>
          </ac:picMkLst>
        </pc:picChg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183140782" sldId="272"/>
        </pc:sldMkLst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4037360461" sldId="273"/>
        </pc:sldMkLst>
      </pc:sldChg>
      <pc:sldChg chg="addSp delSp modSp add mod modAnim">
        <pc:chgData name="Renan Xavier Cortes" userId="d6af805853004405" providerId="LiveId" clId="{6CBA8CAD-390F-4A11-B907-BBB4B6E0B449}" dt="2026-01-21T20:59:49.591" v="2259" actId="1076"/>
        <pc:sldMkLst>
          <pc:docMk/>
          <pc:sldMk cId="2090754589" sldId="274"/>
        </pc:sldMkLst>
        <pc:spChg chg="mod">
          <ac:chgData name="Renan Xavier Cortes" userId="d6af805853004405" providerId="LiveId" clId="{6CBA8CAD-390F-4A11-B907-BBB4B6E0B449}" dt="2026-01-21T18:25:04.051" v="1202" actId="20577"/>
          <ac:spMkLst>
            <pc:docMk/>
            <pc:sldMk cId="2090754589" sldId="27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8:25:36.776" v="1227" actId="1076"/>
          <ac:spMkLst>
            <pc:docMk/>
            <pc:sldMk cId="2090754589" sldId="274"/>
            <ac:spMk id="5" creationId="{958B68E6-C144-5060-CA7D-7C17FE22680B}"/>
          </ac:spMkLst>
        </pc:spChg>
        <pc:spChg chg="mod">
          <ac:chgData name="Renan Xavier Cortes" userId="d6af805853004405" providerId="LiveId" clId="{6CBA8CAD-390F-4A11-B907-BBB4B6E0B449}" dt="2026-01-21T20:59:49.591" v="2259" actId="1076"/>
          <ac:spMkLst>
            <pc:docMk/>
            <pc:sldMk cId="2090754589" sldId="274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18:27:25.221" v="1239" actId="1076"/>
          <ac:picMkLst>
            <pc:docMk/>
            <pc:sldMk cId="2090754589" sldId="274"/>
            <ac:picMk id="9" creationId="{71F18501-07D0-A985-61D0-917B8E1DCA38}"/>
          </ac:picMkLst>
        </pc:picChg>
        <pc:picChg chg="add mod">
          <ac:chgData name="Renan Xavier Cortes" userId="d6af805853004405" providerId="LiveId" clId="{6CBA8CAD-390F-4A11-B907-BBB4B6E0B449}" dt="2026-01-21T18:27:18.724" v="1236" actId="1076"/>
          <ac:picMkLst>
            <pc:docMk/>
            <pc:sldMk cId="2090754589" sldId="274"/>
            <ac:picMk id="11" creationId="{2D7DA205-FD4F-B71E-2F8B-352FF373538B}"/>
          </ac:picMkLst>
        </pc:picChg>
        <pc:picChg chg="add del">
          <ac:chgData name="Renan Xavier Cortes" userId="d6af805853004405" providerId="LiveId" clId="{6CBA8CAD-390F-4A11-B907-BBB4B6E0B449}" dt="2026-01-21T18:35:43.594" v="1254" actId="478"/>
          <ac:picMkLst>
            <pc:docMk/>
            <pc:sldMk cId="2090754589" sldId="274"/>
            <ac:picMk id="13" creationId="{3998EFE2-B89E-DC76-D434-88376055E068}"/>
          </ac:picMkLst>
        </pc:picChg>
      </pc:sldChg>
      <pc:sldChg chg="delSp modSp add mod">
        <pc:chgData name="Renan Xavier Cortes" userId="d6af805853004405" providerId="LiveId" clId="{6CBA8CAD-390F-4A11-B907-BBB4B6E0B449}" dt="2026-01-21T20:59:53.464" v="2260" actId="1076"/>
        <pc:sldMkLst>
          <pc:docMk/>
          <pc:sldMk cId="3791482239" sldId="275"/>
        </pc:sldMkLst>
        <pc:spChg chg="mod">
          <ac:chgData name="Renan Xavier Cortes" userId="d6af805853004405" providerId="LiveId" clId="{6CBA8CAD-390F-4A11-B907-BBB4B6E0B449}" dt="2026-01-21T20:59:53.464" v="2260" actId="1076"/>
          <ac:spMkLst>
            <pc:docMk/>
            <pc:sldMk cId="3791482239" sldId="275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8:35:37.826" v="1252" actId="478"/>
          <ac:picMkLst>
            <pc:docMk/>
            <pc:sldMk cId="3791482239" sldId="275"/>
            <ac:picMk id="11" creationId="{2D7DA205-FD4F-B71E-2F8B-352FF373538B}"/>
          </ac:picMkLst>
        </pc:picChg>
        <pc:picChg chg="mod">
          <ac:chgData name="Renan Xavier Cortes" userId="d6af805853004405" providerId="LiveId" clId="{6CBA8CAD-390F-4A11-B907-BBB4B6E0B449}" dt="2026-01-21T18:35:40.892" v="1253" actId="1076"/>
          <ac:picMkLst>
            <pc:docMk/>
            <pc:sldMk cId="3791482239" sldId="275"/>
            <ac:picMk id="13" creationId="{3998EFE2-B89E-DC76-D434-88376055E068}"/>
          </ac:picMkLst>
        </pc:picChg>
      </pc:sldChg>
      <pc:sldChg chg="addSp modSp add mod modAnim">
        <pc:chgData name="Renan Xavier Cortes" userId="d6af805853004405" providerId="LiveId" clId="{6CBA8CAD-390F-4A11-B907-BBB4B6E0B449}" dt="2026-01-21T20:58:56.682" v="2252" actId="1076"/>
        <pc:sldMkLst>
          <pc:docMk/>
          <pc:sldMk cId="3446963972" sldId="276"/>
        </pc:sldMkLst>
        <pc:spChg chg="mod">
          <ac:chgData name="Renan Xavier Cortes" userId="d6af805853004405" providerId="LiveId" clId="{6CBA8CAD-390F-4A11-B907-BBB4B6E0B449}" dt="2026-01-21T20:58:53.820" v="2251" actId="1076"/>
          <ac:spMkLst>
            <pc:docMk/>
            <pc:sldMk cId="3446963972" sldId="276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8:46:47.975" v="1328"/>
          <ac:spMkLst>
            <pc:docMk/>
            <pc:sldMk cId="3446963972" sldId="276"/>
            <ac:spMk id="5" creationId="{7691A13F-E63A-E81C-7615-4E1B9C8F089B}"/>
          </ac:spMkLst>
        </pc:spChg>
        <pc:spChg chg="add">
          <ac:chgData name="Renan Xavier Cortes" userId="d6af805853004405" providerId="LiveId" clId="{6CBA8CAD-390F-4A11-B907-BBB4B6E0B449}" dt="2026-01-21T18:46:56.495" v="1331"/>
          <ac:spMkLst>
            <pc:docMk/>
            <pc:sldMk cId="3446963972" sldId="276"/>
            <ac:spMk id="6" creationId="{B9CD3EB6-CF63-45D7-8877-1B8884B44136}"/>
          </ac:spMkLst>
        </pc:spChg>
        <pc:spChg chg="mod">
          <ac:chgData name="Renan Xavier Cortes" userId="d6af805853004405" providerId="LiveId" clId="{6CBA8CAD-390F-4A11-B907-BBB4B6E0B449}" dt="2026-01-21T20:58:56.682" v="2252" actId="1076"/>
          <ac:spMkLst>
            <pc:docMk/>
            <pc:sldMk cId="3446963972" sldId="276"/>
            <ac:spMk id="8" creationId="{39AE06C5-34BE-4D68-97C3-4C07702C2DF6}"/>
          </ac:spMkLst>
        </pc:spChg>
        <pc:spChg chg="add">
          <ac:chgData name="Renan Xavier Cortes" userId="d6af805853004405" providerId="LiveId" clId="{6CBA8CAD-390F-4A11-B907-BBB4B6E0B449}" dt="2026-01-21T18:48:07.452" v="1348"/>
          <ac:spMkLst>
            <pc:docMk/>
            <pc:sldMk cId="3446963972" sldId="276"/>
            <ac:spMk id="9" creationId="{7BD61162-0455-46D7-6582-B08A63E293A9}"/>
          </ac:spMkLst>
        </pc:spChg>
        <pc:spChg chg="add mod">
          <ac:chgData name="Renan Xavier Cortes" userId="d6af805853004405" providerId="LiveId" clId="{6CBA8CAD-390F-4A11-B907-BBB4B6E0B449}" dt="2026-01-21T19:20:03.944" v="1876" actId="122"/>
          <ac:spMkLst>
            <pc:docMk/>
            <pc:sldMk cId="3446963972" sldId="276"/>
            <ac:spMk id="10" creationId="{5ED500D4-496C-7599-2503-D51C1F16CA97}"/>
          </ac:spMkLst>
        </pc:spChg>
      </pc:sldChg>
      <pc:sldChg chg="addSp delSp modSp add mod delAnim">
        <pc:chgData name="Renan Xavier Cortes" userId="d6af805853004405" providerId="LiveId" clId="{6CBA8CAD-390F-4A11-B907-BBB4B6E0B449}" dt="2026-01-21T20:59:04.449" v="2254" actId="1076"/>
        <pc:sldMkLst>
          <pc:docMk/>
          <pc:sldMk cId="3536810104" sldId="277"/>
        </pc:sldMkLst>
        <pc:spChg chg="mod">
          <ac:chgData name="Renan Xavier Cortes" userId="d6af805853004405" providerId="LiveId" clId="{6CBA8CAD-390F-4A11-B907-BBB4B6E0B449}" dt="2026-01-21T20:59:01.719" v="2253" actId="1076"/>
          <ac:spMkLst>
            <pc:docMk/>
            <pc:sldMk cId="3536810104" sldId="27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9:19:04.508" v="1845"/>
          <ac:spMkLst>
            <pc:docMk/>
            <pc:sldMk cId="3536810104" sldId="277"/>
            <ac:spMk id="5" creationId="{F614520D-A0CA-F6FB-739F-3A18BD793D0D}"/>
          </ac:spMkLst>
        </pc:spChg>
        <pc:spChg chg="mod">
          <ac:chgData name="Renan Xavier Cortes" userId="d6af805853004405" providerId="LiveId" clId="{6CBA8CAD-390F-4A11-B907-BBB4B6E0B449}" dt="2026-01-21T20:59:04.449" v="2254" actId="1076"/>
          <ac:spMkLst>
            <pc:docMk/>
            <pc:sldMk cId="3536810104" sldId="277"/>
            <ac:spMk id="8" creationId="{39AE06C5-34BE-4D68-97C3-4C07702C2DF6}"/>
          </ac:spMkLst>
        </pc:spChg>
        <pc:spChg chg="del">
          <ac:chgData name="Renan Xavier Cortes" userId="d6af805853004405" providerId="LiveId" clId="{6CBA8CAD-390F-4A11-B907-BBB4B6E0B449}" dt="2026-01-21T19:21:22.622" v="1907" actId="478"/>
          <ac:spMkLst>
            <pc:docMk/>
            <pc:sldMk cId="3536810104" sldId="277"/>
            <ac:spMk id="10" creationId="{5ED500D4-496C-7599-2503-D51C1F16CA97}"/>
          </ac:spMkLst>
        </pc:spChg>
      </pc:sldChg>
      <pc:sldChg chg="addSp delSp modSp add mod">
        <pc:chgData name="Renan Xavier Cortes" userId="d6af805853004405" providerId="LiveId" clId="{6CBA8CAD-390F-4A11-B907-BBB4B6E0B449}" dt="2026-01-21T20:59:12.468" v="2255" actId="1076"/>
        <pc:sldMkLst>
          <pc:docMk/>
          <pc:sldMk cId="3805335353" sldId="278"/>
        </pc:sldMkLst>
        <pc:spChg chg="del">
          <ac:chgData name="Renan Xavier Cortes" userId="d6af805853004405" providerId="LiveId" clId="{6CBA8CAD-390F-4A11-B907-BBB4B6E0B449}" dt="2026-01-21T19:23:53.939" v="1927" actId="478"/>
          <ac:spMkLst>
            <pc:docMk/>
            <pc:sldMk cId="3805335353" sldId="27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12.468" v="2255" actId="1076"/>
          <ac:spMkLst>
            <pc:docMk/>
            <pc:sldMk cId="3805335353" sldId="278"/>
            <ac:spMk id="8" creationId="{39AE06C5-34BE-4D68-97C3-4C07702C2DF6}"/>
          </ac:spMkLst>
        </pc:spChg>
        <pc:picChg chg="add del">
          <ac:chgData name="Renan Xavier Cortes" userId="d6af805853004405" providerId="LiveId" clId="{6CBA8CAD-390F-4A11-B907-BBB4B6E0B449}" dt="2026-01-21T19:24:04.582" v="1929" actId="478"/>
          <ac:picMkLst>
            <pc:docMk/>
            <pc:sldMk cId="3805335353" sldId="278"/>
            <ac:picMk id="6" creationId="{921C0E59-AD89-ECC2-F222-142CFE50CC44}"/>
          </ac:picMkLst>
        </pc:picChg>
        <pc:picChg chg="add del mod">
          <ac:chgData name="Renan Xavier Cortes" userId="d6af805853004405" providerId="LiveId" clId="{6CBA8CAD-390F-4A11-B907-BBB4B6E0B449}" dt="2026-01-21T19:24:16.562" v="1932" actId="478"/>
          <ac:picMkLst>
            <pc:docMk/>
            <pc:sldMk cId="3805335353" sldId="278"/>
            <ac:picMk id="10" creationId="{6D158DB3-BBDB-4290-7B5E-041896ED57D7}"/>
          </ac:picMkLst>
        </pc:picChg>
        <pc:picChg chg="add mod">
          <ac:chgData name="Renan Xavier Cortes" userId="d6af805853004405" providerId="LiveId" clId="{6CBA8CAD-390F-4A11-B907-BBB4B6E0B449}" dt="2026-01-21T19:24:25.804" v="1936" actId="1076"/>
          <ac:picMkLst>
            <pc:docMk/>
            <pc:sldMk cId="3805335353" sldId="278"/>
            <ac:picMk id="12" creationId="{D1D61B3D-F04A-A328-6D7E-B6112CFC8500}"/>
          </ac:picMkLst>
        </pc:picChg>
      </pc:sldChg>
      <pc:sldChg chg="add del">
        <pc:chgData name="Renan Xavier Cortes" userId="d6af805853004405" providerId="LiveId" clId="{6CBA8CAD-390F-4A11-B907-BBB4B6E0B449}" dt="2026-01-21T20:14:07.365" v="2065" actId="47"/>
        <pc:sldMkLst>
          <pc:docMk/>
          <pc:sldMk cId="3848419073" sldId="279"/>
        </pc:sldMkLst>
      </pc:sldChg>
      <pc:sldChg chg="addSp delSp modSp add mod modAnim">
        <pc:chgData name="Renan Xavier Cortes" userId="d6af805853004405" providerId="LiveId" clId="{6CBA8CAD-390F-4A11-B907-BBB4B6E0B449}" dt="2026-01-21T21:00:32.127" v="2262"/>
        <pc:sldMkLst>
          <pc:docMk/>
          <pc:sldMk cId="1732088967" sldId="280"/>
        </pc:sldMkLst>
        <pc:picChg chg="add mod">
          <ac:chgData name="Renan Xavier Cortes" userId="d6af805853004405" providerId="LiveId" clId="{6CBA8CAD-390F-4A11-B907-BBB4B6E0B449}" dt="2026-01-21T20:10:30.304" v="2048" actId="1076"/>
          <ac:picMkLst>
            <pc:docMk/>
            <pc:sldMk cId="1732088967" sldId="280"/>
            <ac:picMk id="8" creationId="{AEF69BF5-D37C-4474-57A7-A57534FDD6C4}"/>
          </ac:picMkLst>
        </pc:picChg>
        <pc:picChg chg="del">
          <ac:chgData name="Renan Xavier Cortes" userId="d6af805853004405" providerId="LiveId" clId="{6CBA8CAD-390F-4A11-B907-BBB4B6E0B449}" dt="2026-01-21T20:10:25.088" v="2043" actId="478"/>
          <ac:picMkLst>
            <pc:docMk/>
            <pc:sldMk cId="1732088967" sldId="280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5.081" v="2263"/>
        <pc:sldMkLst>
          <pc:docMk/>
          <pc:sldMk cId="1675466683" sldId="281"/>
        </pc:sldMkLst>
        <pc:picChg chg="add mod">
          <ac:chgData name="Renan Xavier Cortes" userId="d6af805853004405" providerId="LiveId" clId="{6CBA8CAD-390F-4A11-B907-BBB4B6E0B449}" dt="2026-01-21T20:10:41.842" v="2053" actId="1076"/>
          <ac:picMkLst>
            <pc:docMk/>
            <pc:sldMk cId="1675466683" sldId="281"/>
            <ac:picMk id="8" creationId="{0CEA26AE-0683-B67F-BC37-373D3160DC2B}"/>
          </ac:picMkLst>
        </pc:picChg>
        <pc:picChg chg="del">
          <ac:chgData name="Renan Xavier Cortes" userId="d6af805853004405" providerId="LiveId" clId="{6CBA8CAD-390F-4A11-B907-BBB4B6E0B449}" dt="2026-01-21T20:10:39.109" v="2049" actId="478"/>
          <ac:picMkLst>
            <pc:docMk/>
            <pc:sldMk cId="1675466683" sldId="281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9.070" v="2264"/>
        <pc:sldMkLst>
          <pc:docMk/>
          <pc:sldMk cId="394495569" sldId="282"/>
        </pc:sldMkLst>
        <pc:picChg chg="add mod">
          <ac:chgData name="Renan Xavier Cortes" userId="d6af805853004405" providerId="LiveId" clId="{6CBA8CAD-390F-4A11-B907-BBB4B6E0B449}" dt="2026-01-21T20:10:49.139" v="2058" actId="1076"/>
          <ac:picMkLst>
            <pc:docMk/>
            <pc:sldMk cId="394495569" sldId="282"/>
            <ac:picMk id="8" creationId="{B1CCA7E3-218E-F179-62AE-8328EF43C48D}"/>
          </ac:picMkLst>
        </pc:picChg>
        <pc:picChg chg="del">
          <ac:chgData name="Renan Xavier Cortes" userId="d6af805853004405" providerId="LiveId" clId="{6CBA8CAD-390F-4A11-B907-BBB4B6E0B449}" dt="2026-01-21T20:10:46.609" v="2054" actId="478"/>
          <ac:picMkLst>
            <pc:docMk/>
            <pc:sldMk cId="394495569" sldId="282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1.723" v="2265"/>
        <pc:sldMkLst>
          <pc:docMk/>
          <pc:sldMk cId="1551874195" sldId="283"/>
        </pc:sldMkLst>
        <pc:picChg chg="del">
          <ac:chgData name="Renan Xavier Cortes" userId="d6af805853004405" providerId="LiveId" clId="{6CBA8CAD-390F-4A11-B907-BBB4B6E0B449}" dt="2026-01-21T20:11:11.233" v="2060" actId="478"/>
          <ac:picMkLst>
            <pc:docMk/>
            <pc:sldMk cId="1551874195" sldId="283"/>
            <ac:picMk id="8" creationId="{B1CCA7E3-218E-F179-62AE-8328EF43C48D}"/>
          </ac:picMkLst>
        </pc:picChg>
        <pc:picChg chg="add del mod">
          <ac:chgData name="Renan Xavier Cortes" userId="d6af805853004405" providerId="LiveId" clId="{6CBA8CAD-390F-4A11-B907-BBB4B6E0B449}" dt="2026-01-21T20:14:13.787" v="2066" actId="478"/>
          <ac:picMkLst>
            <pc:docMk/>
            <pc:sldMk cId="1551874195" sldId="283"/>
            <ac:picMk id="10" creationId="{F828494C-955A-760B-2AC4-9BAE7602E545}"/>
          </ac:picMkLst>
        </pc:picChg>
        <pc:picChg chg="add mod">
          <ac:chgData name="Renan Xavier Cortes" userId="d6af805853004405" providerId="LiveId" clId="{6CBA8CAD-390F-4A11-B907-BBB4B6E0B449}" dt="2026-01-21T20:14:23.924" v="2073" actId="1076"/>
          <ac:picMkLst>
            <pc:docMk/>
            <pc:sldMk cId="1551874195" sldId="283"/>
            <ac:picMk id="12" creationId="{65B2CA1E-D00D-E753-7DDF-737EC812D222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7.027" v="2267"/>
        <pc:sldMkLst>
          <pc:docMk/>
          <pc:sldMk cId="3855288861" sldId="284"/>
        </pc:sldMkLst>
        <pc:spChg chg="mod">
          <ac:chgData name="Renan Xavier Cortes" userId="d6af805853004405" providerId="LiveId" clId="{6CBA8CAD-390F-4A11-B907-BBB4B6E0B449}" dt="2026-01-21T20:48:23.702" v="2145" actId="20577"/>
          <ac:spMkLst>
            <pc:docMk/>
            <pc:sldMk cId="3855288861" sldId="28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20:48:43.266" v="2153" actId="1076"/>
          <ac:spMkLst>
            <pc:docMk/>
            <pc:sldMk cId="3855288861" sldId="284"/>
            <ac:spMk id="10" creationId="{2B1F81A8-3F77-3D25-0D91-989260BBD806}"/>
          </ac:spMkLst>
        </pc:spChg>
        <pc:spChg chg="add mod">
          <ac:chgData name="Renan Xavier Cortes" userId="d6af805853004405" providerId="LiveId" clId="{6CBA8CAD-390F-4A11-B907-BBB4B6E0B449}" dt="2026-01-21T20:49:00.147" v="2168" actId="1076"/>
          <ac:spMkLst>
            <pc:docMk/>
            <pc:sldMk cId="3855288861" sldId="284"/>
            <ac:spMk id="11" creationId="{ACBE2905-AC6C-0446-21C0-36CE2B864BA5}"/>
          </ac:spMkLst>
        </pc:spChg>
        <pc:picChg chg="del">
          <ac:chgData name="Renan Xavier Cortes" userId="d6af805853004405" providerId="LiveId" clId="{6CBA8CAD-390F-4A11-B907-BBB4B6E0B449}" dt="2026-01-21T20:48:26.070" v="2146" actId="478"/>
          <ac:picMkLst>
            <pc:docMk/>
            <pc:sldMk cId="3855288861" sldId="284"/>
            <ac:picMk id="6" creationId="{CB9F02F1-AFED-6149-90A3-CE7F1933A876}"/>
          </ac:picMkLst>
        </pc:picChg>
        <pc:picChg chg="add mod">
          <ac:chgData name="Renan Xavier Cortes" userId="d6af805853004405" providerId="LiveId" clId="{6CBA8CAD-390F-4A11-B907-BBB4B6E0B449}" dt="2026-01-21T20:48:57.395" v="2167" actId="1076"/>
          <ac:picMkLst>
            <pc:docMk/>
            <pc:sldMk cId="3855288861" sldId="284"/>
            <ac:picMk id="9" creationId="{61539A83-FA7C-7AD1-70FB-ECE4DD84D297}"/>
          </ac:picMkLst>
        </pc:picChg>
        <pc:picChg chg="add mod">
          <ac:chgData name="Renan Xavier Cortes" userId="d6af805853004405" providerId="LiveId" clId="{6CBA8CAD-390F-4A11-B907-BBB4B6E0B449}" dt="2026-01-21T20:49:27.109" v="2171" actId="1076"/>
          <ac:picMkLst>
            <pc:docMk/>
            <pc:sldMk cId="3855288861" sldId="284"/>
            <ac:picMk id="13" creationId="{40652A95-1D6F-2C91-CA10-BBD91EE6FCD5}"/>
          </ac:picMkLst>
        </pc:picChg>
      </pc:sldChg>
      <pc:sldChg chg="addSp delSp modSp add del mod">
        <pc:chgData name="Renan Xavier Cortes" userId="d6af805853004405" providerId="LiveId" clId="{6CBA8CAD-390F-4A11-B907-BBB4B6E0B449}" dt="2026-01-21T20:52:43.441" v="2205" actId="47"/>
        <pc:sldMkLst>
          <pc:docMk/>
          <pc:sldMk cId="675104871" sldId="285"/>
        </pc:sldMkLst>
        <pc:spChg chg="mod">
          <ac:chgData name="Renan Xavier Cortes" userId="d6af805853004405" providerId="LiveId" clId="{6CBA8CAD-390F-4A11-B907-BBB4B6E0B449}" dt="2026-01-21T20:49:49.525" v="2189" actId="20577"/>
          <ac:spMkLst>
            <pc:docMk/>
            <pc:sldMk cId="675104871" sldId="285"/>
            <ac:spMk id="4" creationId="{4B84190D-BF19-CEFE-E86D-F0B0EBBA7C0B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0" creationId="{2B1F81A8-3F77-3D25-0D91-989260BBD806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1" creationId="{ACBE2905-AC6C-0446-21C0-36CE2B864BA5}"/>
          </ac:spMkLst>
        </pc:spChg>
        <pc:picChg chg="add del mod">
          <ac:chgData name="Renan Xavier Cortes" userId="d6af805853004405" providerId="LiveId" clId="{6CBA8CAD-390F-4A11-B907-BBB4B6E0B449}" dt="2026-01-21T20:52:20.405" v="2197" actId="478"/>
          <ac:picMkLst>
            <pc:docMk/>
            <pc:sldMk cId="675104871" sldId="285"/>
            <ac:picMk id="6" creationId="{96B5210F-1605-9FC7-8E4A-D66BA6A8C835}"/>
          </ac:picMkLst>
        </pc:picChg>
        <pc:picChg chg="del">
          <ac:chgData name="Renan Xavier Cortes" userId="d6af805853004405" providerId="LiveId" clId="{6CBA8CAD-390F-4A11-B907-BBB4B6E0B449}" dt="2026-01-21T20:49:51.683" v="2190" actId="478"/>
          <ac:picMkLst>
            <pc:docMk/>
            <pc:sldMk cId="675104871" sldId="285"/>
            <ac:picMk id="9" creationId="{61539A83-FA7C-7AD1-70FB-ECE4DD84D297}"/>
          </ac:picMkLst>
        </pc:picChg>
        <pc:picChg chg="del">
          <ac:chgData name="Renan Xavier Cortes" userId="d6af805853004405" providerId="LiveId" clId="{6CBA8CAD-390F-4A11-B907-BBB4B6E0B449}" dt="2026-01-21T20:49:52.623" v="2191" actId="478"/>
          <ac:picMkLst>
            <pc:docMk/>
            <pc:sldMk cId="675104871" sldId="285"/>
            <ac:picMk id="13" creationId="{40652A95-1D6F-2C91-CA10-BBD91EE6FCD5}"/>
          </ac:picMkLst>
        </pc:picChg>
      </pc:sldChg>
      <pc:sldChg chg="add modAnim">
        <pc:chgData name="Renan Xavier Cortes" userId="d6af805853004405" providerId="LiveId" clId="{6CBA8CAD-390F-4A11-B907-BBB4B6E0B449}" dt="2026-01-21T21:00:53.358" v="2269"/>
        <pc:sldMkLst>
          <pc:docMk/>
          <pc:sldMk cId="2773026186" sldId="286"/>
        </pc:sldMkLst>
      </pc:sldChg>
      <pc:sldChg chg="addSp delSp modSp add mod modAnim">
        <pc:chgData name="Renan Xavier Cortes" userId="d6af805853004405" providerId="LiveId" clId="{6CBA8CAD-390F-4A11-B907-BBB4B6E0B449}" dt="2026-01-21T21:00:49.455" v="2268"/>
        <pc:sldMkLst>
          <pc:docMk/>
          <pc:sldMk cId="623748094" sldId="287"/>
        </pc:sldMkLst>
        <pc:spChg chg="add mod">
          <ac:chgData name="Renan Xavier Cortes" userId="d6af805853004405" providerId="LiveId" clId="{6CBA8CAD-390F-4A11-B907-BBB4B6E0B449}" dt="2026-01-21T20:54:01.600" v="2250" actId="1076"/>
          <ac:spMkLst>
            <pc:docMk/>
            <pc:sldMk cId="623748094" sldId="287"/>
            <ac:spMk id="10" creationId="{0501C3D0-1DF0-41AE-C64F-7EABA969E7F3}"/>
          </ac:spMkLst>
        </pc:spChg>
        <pc:picChg chg="del">
          <ac:chgData name="Renan Xavier Cortes" userId="d6af805853004405" providerId="LiveId" clId="{6CBA8CAD-390F-4A11-B907-BBB4B6E0B449}" dt="2026-01-21T20:52:26.148" v="2199" actId="478"/>
          <ac:picMkLst>
            <pc:docMk/>
            <pc:sldMk cId="623748094" sldId="287"/>
            <ac:picMk id="6" creationId="{96B5210F-1605-9FC7-8E4A-D66BA6A8C835}"/>
          </ac:picMkLst>
        </pc:picChg>
        <pc:picChg chg="add mod">
          <ac:chgData name="Renan Xavier Cortes" userId="d6af805853004405" providerId="LiveId" clId="{6CBA8CAD-390F-4A11-B907-BBB4B6E0B449}" dt="2026-01-21T20:53:20.353" v="2208" actId="1076"/>
          <ac:picMkLst>
            <pc:docMk/>
            <pc:sldMk cId="623748094" sldId="287"/>
            <ac:picMk id="9" creationId="{F0AE4C95-B2E5-AD75-C8DB-CA9623F29141}"/>
          </ac:picMkLst>
        </pc:picChg>
        <pc:picChg chg="add del mod">
          <ac:chgData name="Renan Xavier Cortes" userId="d6af805853004405" providerId="LiveId" clId="{6CBA8CAD-390F-4A11-B907-BBB4B6E0B449}" dt="2026-01-21T20:53:15.846" v="2206" actId="478"/>
          <ac:picMkLst>
            <pc:docMk/>
            <pc:sldMk cId="623748094" sldId="287"/>
            <ac:picMk id="18434" creationId="{E52C266A-D0DB-93C1-2C72-A4F92F13BCD8}"/>
          </ac:picMkLst>
        </pc:picChg>
      </pc:sldChg>
    </pc:docChg>
  </pc:docChgLst>
  <pc:docChgLst>
    <pc:chgData name="Renan Xavier Cortes" userId="d6af805853004405" providerId="LiveId" clId="{A5B2796D-8AF4-42CF-A6FE-D608612D5E14}"/>
    <pc:docChg chg="undo custSel addSld delSld modSld sldOrd">
      <pc:chgData name="Renan Xavier Cortes" userId="d6af805853004405" providerId="LiveId" clId="{A5B2796D-8AF4-42CF-A6FE-D608612D5E14}" dt="2026-02-08T20:47:23.679" v="3093" actId="1076"/>
      <pc:docMkLst>
        <pc:docMk/>
      </pc:docMkLst>
      <pc:sldChg chg="modSp mod">
        <pc:chgData name="Renan Xavier Cortes" userId="d6af805853004405" providerId="LiveId" clId="{A5B2796D-8AF4-42CF-A6FE-D608612D5E14}" dt="2026-02-03T13:16:02.484" v="21" actId="20577"/>
        <pc:sldMkLst>
          <pc:docMk/>
          <pc:sldMk cId="193773268" sldId="256"/>
        </pc:sldMkLst>
        <pc:spChg chg="mod">
          <ac:chgData name="Renan Xavier Cortes" userId="d6af805853004405" providerId="LiveId" clId="{A5B2796D-8AF4-42CF-A6FE-D608612D5E14}" dt="2026-02-03T13:16:02.484" v="21" actId="20577"/>
          <ac:spMkLst>
            <pc:docMk/>
            <pc:sldMk cId="193773268" sldId="256"/>
            <ac:spMk id="4" creationId="{D49A408B-D762-44A8-8FB9-8DC0FA83E7C6}"/>
          </ac:spMkLst>
        </pc:spChg>
      </pc:sldChg>
      <pc:sldChg chg="addSp delSp modSp mod">
        <pc:chgData name="Renan Xavier Cortes" userId="d6af805853004405" providerId="LiveId" clId="{A5B2796D-8AF4-42CF-A6FE-D608612D5E14}" dt="2026-02-03T14:01:48.360" v="463" actId="20577"/>
        <pc:sldMkLst>
          <pc:docMk/>
          <pc:sldMk cId="1859719164" sldId="259"/>
        </pc:sldMkLst>
        <pc:spChg chg="del">
          <ac:chgData name="Renan Xavier Cortes" userId="d6af805853004405" providerId="LiveId" clId="{A5B2796D-8AF4-42CF-A6FE-D608612D5E14}" dt="2026-02-03T13:16:21.934" v="23" actId="478"/>
          <ac:spMkLst>
            <pc:docMk/>
            <pc:sldMk cId="1859719164" sldId="259"/>
            <ac:spMk id="4" creationId="{87249BF7-3572-1EF7-C5D9-0169AD177983}"/>
          </ac:spMkLst>
        </pc:spChg>
        <pc:spChg chg="add del mod">
          <ac:chgData name="Renan Xavier Cortes" userId="d6af805853004405" providerId="LiveId" clId="{A5B2796D-8AF4-42CF-A6FE-D608612D5E14}" dt="2026-02-03T14:00:54.700" v="444" actId="21"/>
          <ac:spMkLst>
            <pc:docMk/>
            <pc:sldMk cId="1859719164" sldId="259"/>
            <ac:spMk id="5" creationId="{16056CCE-E858-2053-DEF6-310698EE0BC0}"/>
          </ac:spMkLst>
        </pc:spChg>
        <pc:spChg chg="add mod">
          <ac:chgData name="Renan Xavier Cortes" userId="d6af805853004405" providerId="LiveId" clId="{A5B2796D-8AF4-42CF-A6FE-D608612D5E14}" dt="2026-02-03T14:01:48.360" v="463" actId="20577"/>
          <ac:spMkLst>
            <pc:docMk/>
            <pc:sldMk cId="1859719164" sldId="259"/>
            <ac:spMk id="6" creationId="{49637978-38B0-4BC4-C2AD-C11CEC48EFC9}"/>
          </ac:spMkLst>
        </pc:spChg>
        <pc:spChg chg="mod">
          <ac:chgData name="Renan Xavier Cortes" userId="d6af805853004405" providerId="LiveId" clId="{A5B2796D-8AF4-42CF-A6FE-D608612D5E14}" dt="2026-02-03T13:20:28.881" v="70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921823341" sldId="260"/>
        </pc:sldMkLst>
      </pc:sldChg>
      <pc:sldChg chg="modSp del mod">
        <pc:chgData name="Renan Xavier Cortes" userId="d6af805853004405" providerId="LiveId" clId="{A5B2796D-8AF4-42CF-A6FE-D608612D5E14}" dt="2026-02-03T13:21:41.251" v="137" actId="47"/>
        <pc:sldMkLst>
          <pc:docMk/>
          <pc:sldMk cId="4009157315" sldId="261"/>
        </pc:sldMkLst>
        <pc:spChg chg="mod">
          <ac:chgData name="Renan Xavier Cortes" userId="d6af805853004405" providerId="LiveId" clId="{A5B2796D-8AF4-42CF-A6FE-D608612D5E14}" dt="2026-02-03T13:16:36.319" v="63" actId="20577"/>
          <ac:spMkLst>
            <pc:docMk/>
            <pc:sldMk cId="4009157315" sldId="261"/>
            <ac:spMk id="8" creationId="{39AE06C5-34BE-4D68-97C3-4C07702C2DF6}"/>
          </ac:spMkLst>
        </pc:spChg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258658534" sldId="262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909341641" sldId="263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461455159" sldId="264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642666008" sldId="265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505505064" sldId="266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317163073" sldId="267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980355205" sldId="268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071912024" sldId="269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116196247" sldId="270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90931514" sldId="273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840655458" sldId="274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66233638" sldId="275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852151820" sldId="276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480769764" sldId="277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165902930" sldId="278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4076742376" sldId="280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976864327" sldId="281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149205246" sldId="282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360209703" sldId="283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750848962" sldId="284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898170644" sldId="285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2966562894" sldId="286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087675632" sldId="287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3620501741" sldId="288"/>
        </pc:sldMkLst>
      </pc:sldChg>
      <pc:sldChg chg="del">
        <pc:chgData name="Renan Xavier Cortes" userId="d6af805853004405" providerId="LiveId" clId="{A5B2796D-8AF4-42CF-A6FE-D608612D5E14}" dt="2026-02-03T13:21:41.251" v="137" actId="47"/>
        <pc:sldMkLst>
          <pc:docMk/>
          <pc:sldMk cId="1994638839" sldId="289"/>
        </pc:sldMkLst>
      </pc:sldChg>
      <pc:sldChg chg="addSp modSp add mod modAnim">
        <pc:chgData name="Renan Xavier Cortes" userId="d6af805853004405" providerId="LiveId" clId="{A5B2796D-8AF4-42CF-A6FE-D608612D5E14}" dt="2026-02-03T13:30:50.659" v="238"/>
        <pc:sldMkLst>
          <pc:docMk/>
          <pc:sldMk cId="2689213611" sldId="290"/>
        </pc:sldMkLst>
        <pc:spChg chg="add mod">
          <ac:chgData name="Renan Xavier Cortes" userId="d6af805853004405" providerId="LiveId" clId="{A5B2796D-8AF4-42CF-A6FE-D608612D5E14}" dt="2026-02-03T13:30:43.723" v="237" actId="207"/>
          <ac:spMkLst>
            <pc:docMk/>
            <pc:sldMk cId="2689213611" sldId="290"/>
            <ac:spMk id="4" creationId="{E4A08C0C-9265-933B-9DDE-E51595CA035A}"/>
          </ac:spMkLst>
        </pc:spChg>
        <pc:spChg chg="mod">
          <ac:chgData name="Renan Xavier Cortes" userId="d6af805853004405" providerId="LiveId" clId="{A5B2796D-8AF4-42CF-A6FE-D608612D5E14}" dt="2026-02-03T13:20:48.695" v="130" actId="20577"/>
          <ac:spMkLst>
            <pc:docMk/>
            <pc:sldMk cId="2689213611" sldId="290"/>
            <ac:spMk id="8" creationId="{39AE06C5-34BE-4D68-97C3-4C07702C2DF6}"/>
          </ac:spMkLst>
        </pc:spChg>
        <pc:spChg chg="mod">
          <ac:chgData name="Renan Xavier Cortes" userId="d6af805853004405" providerId="LiveId" clId="{A5B2796D-8AF4-42CF-A6FE-D608612D5E14}" dt="2026-02-03T13:21:25.154" v="136" actId="14100"/>
          <ac:spMkLst>
            <pc:docMk/>
            <pc:sldMk cId="2689213611" sldId="290"/>
            <ac:spMk id="14" creationId="{427DBFEB-81BF-4CC3-A411-FBF43D295C56}"/>
          </ac:spMkLst>
        </pc:spChg>
      </pc:sldChg>
      <pc:sldChg chg="addSp delSp modSp add mod">
        <pc:chgData name="Renan Xavier Cortes" userId="d6af805853004405" providerId="LiveId" clId="{A5B2796D-8AF4-42CF-A6FE-D608612D5E14}" dt="2026-02-03T14:02:09.510" v="468" actId="1076"/>
        <pc:sldMkLst>
          <pc:docMk/>
          <pc:sldMk cId="2623009487" sldId="291"/>
        </pc:sldMkLst>
        <pc:spChg chg="add mod">
          <ac:chgData name="Renan Xavier Cortes" userId="d6af805853004405" providerId="LiveId" clId="{A5B2796D-8AF4-42CF-A6FE-D608612D5E14}" dt="2026-02-03T13:58:36.680" v="346" actId="1076"/>
          <ac:spMkLst>
            <pc:docMk/>
            <pc:sldMk cId="2623009487" sldId="291"/>
            <ac:spMk id="4" creationId="{3198A0ED-9305-1017-68D8-44E91597B364}"/>
          </ac:spMkLst>
        </pc:spChg>
        <pc:spChg chg="mod">
          <ac:chgData name="Renan Xavier Cortes" userId="d6af805853004405" providerId="LiveId" clId="{A5B2796D-8AF4-42CF-A6FE-D608612D5E14}" dt="2026-02-03T13:30:59.620" v="242" actId="20577"/>
          <ac:spMkLst>
            <pc:docMk/>
            <pc:sldMk cId="2623009487" sldId="291"/>
            <ac:spMk id="8" creationId="{39AE06C5-34BE-4D68-97C3-4C07702C2DF6}"/>
          </ac:spMkLst>
        </pc:spChg>
        <pc:spChg chg="add mod">
          <ac:chgData name="Renan Xavier Cortes" userId="d6af805853004405" providerId="LiveId" clId="{A5B2796D-8AF4-42CF-A6FE-D608612D5E14}" dt="2026-02-03T13:58:31.840" v="345" actId="1076"/>
          <ac:spMkLst>
            <pc:docMk/>
            <pc:sldMk cId="2623009487" sldId="291"/>
            <ac:spMk id="9" creationId="{81E7F27F-5C87-7CA1-0F5B-7D528D49F354}"/>
          </ac:spMkLst>
        </pc:spChg>
        <pc:spChg chg="add mod">
          <ac:chgData name="Renan Xavier Cortes" userId="d6af805853004405" providerId="LiveId" clId="{A5B2796D-8AF4-42CF-A6FE-D608612D5E14}" dt="2026-02-03T14:00:02.840" v="390" actId="20577"/>
          <ac:spMkLst>
            <pc:docMk/>
            <pc:sldMk cId="2623009487" sldId="291"/>
            <ac:spMk id="11" creationId="{3A02B75B-C712-9168-0B3F-B0B72A8D71DF}"/>
          </ac:spMkLst>
        </pc:spChg>
        <pc:spChg chg="add mod">
          <ac:chgData name="Renan Xavier Cortes" userId="d6af805853004405" providerId="LiveId" clId="{A5B2796D-8AF4-42CF-A6FE-D608612D5E14}" dt="2026-02-03T14:01:04.843" v="449" actId="404"/>
          <ac:spMkLst>
            <pc:docMk/>
            <pc:sldMk cId="2623009487" sldId="291"/>
            <ac:spMk id="12" creationId="{16056CCE-E858-2053-DEF6-310698EE0BC0}"/>
          </ac:spMkLst>
        </pc:spChg>
        <pc:spChg chg="add del mod">
          <ac:chgData name="Renan Xavier Cortes" userId="d6af805853004405" providerId="LiveId" clId="{A5B2796D-8AF4-42CF-A6FE-D608612D5E14}" dt="2026-02-03T14:01:43.700" v="457" actId="478"/>
          <ac:spMkLst>
            <pc:docMk/>
            <pc:sldMk cId="2623009487" sldId="291"/>
            <ac:spMk id="13" creationId="{0055FCFD-37F2-FD0F-622D-8DFC02FB3BE4}"/>
          </ac:spMkLst>
        </pc:spChg>
        <pc:spChg chg="del">
          <ac:chgData name="Renan Xavier Cortes" userId="d6af805853004405" providerId="LiveId" clId="{A5B2796D-8AF4-42CF-A6FE-D608612D5E14}" dt="2026-02-03T13:51:00.754" v="245" actId="478"/>
          <ac:spMkLst>
            <pc:docMk/>
            <pc:sldMk cId="2623009487" sldId="291"/>
            <ac:spMk id="14" creationId="{427DBFEB-81BF-4CC3-A411-FBF43D295C56}"/>
          </ac:spMkLst>
        </pc:spChg>
        <pc:picChg chg="del">
          <ac:chgData name="Renan Xavier Cortes" userId="d6af805853004405" providerId="LiveId" clId="{A5B2796D-8AF4-42CF-A6FE-D608612D5E14}" dt="2026-02-03T13:31:01.899" v="243" actId="478"/>
          <ac:picMkLst>
            <pc:docMk/>
            <pc:sldMk cId="2623009487" sldId="291"/>
            <ac:picMk id="5" creationId="{B75BA797-89E6-A590-E6E0-1930AE23BE87}"/>
          </ac:picMkLst>
        </pc:picChg>
        <pc:picChg chg="add del mod">
          <ac:chgData name="Renan Xavier Cortes" userId="d6af805853004405" providerId="LiveId" clId="{A5B2796D-8AF4-42CF-A6FE-D608612D5E14}" dt="2026-02-03T13:56:48.200" v="251" actId="478"/>
          <ac:picMkLst>
            <pc:docMk/>
            <pc:sldMk cId="2623009487" sldId="291"/>
            <ac:picMk id="6" creationId="{3661A105-AB75-8E6B-C88C-C800DDD08750}"/>
          </ac:picMkLst>
        </pc:picChg>
        <pc:picChg chg="del">
          <ac:chgData name="Renan Xavier Cortes" userId="d6af805853004405" providerId="LiveId" clId="{A5B2796D-8AF4-42CF-A6FE-D608612D5E14}" dt="2026-02-03T13:31:02.647" v="244" actId="478"/>
          <ac:picMkLst>
            <pc:docMk/>
            <pc:sldMk cId="2623009487" sldId="291"/>
            <ac:picMk id="1026" creationId="{3AF06A5C-D23B-2668-9192-9EBD3941659A}"/>
          </ac:picMkLst>
        </pc:picChg>
        <pc:picChg chg="add mod">
          <ac:chgData name="Renan Xavier Cortes" userId="d6af805853004405" providerId="LiveId" clId="{A5B2796D-8AF4-42CF-A6FE-D608612D5E14}" dt="2026-02-03T13:59:07.233" v="348" actId="1076"/>
          <ac:picMkLst>
            <pc:docMk/>
            <pc:sldMk cId="2623009487" sldId="291"/>
            <ac:picMk id="1028" creationId="{75506CED-EADC-9CB9-FB62-FB3B46199CA5}"/>
          </ac:picMkLst>
        </pc:picChg>
        <pc:cxnChg chg="add">
          <ac:chgData name="Renan Xavier Cortes" userId="d6af805853004405" providerId="LiveId" clId="{A5B2796D-8AF4-42CF-A6FE-D608612D5E14}" dt="2026-02-03T14:01:59.110" v="464" actId="11529"/>
          <ac:cxnSpMkLst>
            <pc:docMk/>
            <pc:sldMk cId="2623009487" sldId="291"/>
            <ac:cxnSpMk id="16" creationId="{4EAC580B-A33D-0590-91CC-6BE461B59623}"/>
          </ac:cxnSpMkLst>
        </pc:cxnChg>
        <pc:cxnChg chg="add mod">
          <ac:chgData name="Renan Xavier Cortes" userId="d6af805853004405" providerId="LiveId" clId="{A5B2796D-8AF4-42CF-A6FE-D608612D5E14}" dt="2026-02-03T14:02:04.680" v="466" actId="1076"/>
          <ac:cxnSpMkLst>
            <pc:docMk/>
            <pc:sldMk cId="2623009487" sldId="291"/>
            <ac:cxnSpMk id="17" creationId="{E0CFA2FE-4ED7-7FA1-056D-FF3DEB71BBF6}"/>
          </ac:cxnSpMkLst>
        </pc:cxnChg>
        <pc:cxnChg chg="add mod">
          <ac:chgData name="Renan Xavier Cortes" userId="d6af805853004405" providerId="LiveId" clId="{A5B2796D-8AF4-42CF-A6FE-D608612D5E14}" dt="2026-02-03T14:02:09.510" v="468" actId="1076"/>
          <ac:cxnSpMkLst>
            <pc:docMk/>
            <pc:sldMk cId="2623009487" sldId="291"/>
            <ac:cxnSpMk id="18" creationId="{6F531258-14BE-70BF-F004-A7351029E87F}"/>
          </ac:cxnSpMkLst>
        </pc:cxnChg>
      </pc:sldChg>
      <pc:sldChg chg="addSp delSp modSp add mod modAnim">
        <pc:chgData name="Renan Xavier Cortes" userId="d6af805853004405" providerId="LiveId" clId="{A5B2796D-8AF4-42CF-A6FE-D608612D5E14}" dt="2026-02-03T14:10:29.260" v="704" actId="1076"/>
        <pc:sldMkLst>
          <pc:docMk/>
          <pc:sldMk cId="1711838188" sldId="292"/>
        </pc:sldMkLst>
        <pc:spChg chg="mod">
          <ac:chgData name="Renan Xavier Cortes" userId="d6af805853004405" providerId="LiveId" clId="{A5B2796D-8AF4-42CF-A6FE-D608612D5E14}" dt="2026-02-03T14:03:00.686" v="543" actId="20577"/>
          <ac:spMkLst>
            <pc:docMk/>
            <pc:sldMk cId="1711838188" sldId="292"/>
            <ac:spMk id="4" creationId="{3198A0ED-9305-1017-68D8-44E91597B364}"/>
          </ac:spMkLst>
        </pc:spChg>
        <pc:spChg chg="add mod">
          <ac:chgData name="Renan Xavier Cortes" userId="d6af805853004405" providerId="LiveId" clId="{A5B2796D-8AF4-42CF-A6FE-D608612D5E14}" dt="2026-02-03T14:04:05.104" v="565" actId="692"/>
          <ac:spMkLst>
            <pc:docMk/>
            <pc:sldMk cId="1711838188" sldId="292"/>
            <ac:spMk id="10" creationId="{D5DA3566-3C85-1344-FE63-69E7607777A9}"/>
          </ac:spMkLst>
        </pc:spChg>
        <pc:spChg chg="mod">
          <ac:chgData name="Renan Xavier Cortes" userId="d6af805853004405" providerId="LiveId" clId="{A5B2796D-8AF4-42CF-A6FE-D608612D5E14}" dt="2026-02-03T14:05:32.976" v="632" actId="20577"/>
          <ac:spMkLst>
            <pc:docMk/>
            <pc:sldMk cId="1711838188" sldId="292"/>
            <ac:spMk id="11" creationId="{3A02B75B-C712-9168-0B3F-B0B72A8D71DF}"/>
          </ac:spMkLst>
        </pc:spChg>
        <pc:spChg chg="add mod">
          <ac:chgData name="Renan Xavier Cortes" userId="d6af805853004405" providerId="LiveId" clId="{A5B2796D-8AF4-42CF-A6FE-D608612D5E14}" dt="2026-02-03T14:10:25.246" v="703" actId="1076"/>
          <ac:spMkLst>
            <pc:docMk/>
            <pc:sldMk cId="1711838188" sldId="292"/>
            <ac:spMk id="12" creationId="{1A844692-7572-0EFE-D6C7-BC10B1A78102}"/>
          </ac:spMkLst>
        </pc:spChg>
        <pc:spChg chg="add mod">
          <ac:chgData name="Renan Xavier Cortes" userId="d6af805853004405" providerId="LiveId" clId="{A5B2796D-8AF4-42CF-A6FE-D608612D5E14}" dt="2026-02-03T14:10:29.260" v="704" actId="1076"/>
          <ac:spMkLst>
            <pc:docMk/>
            <pc:sldMk cId="1711838188" sldId="292"/>
            <ac:spMk id="13" creationId="{1C8D134B-189F-32F4-5926-3E97872544F7}"/>
          </ac:spMkLst>
        </pc:spChg>
        <pc:picChg chg="add mod">
          <ac:chgData name="Renan Xavier Cortes" userId="d6af805853004405" providerId="LiveId" clId="{A5B2796D-8AF4-42CF-A6FE-D608612D5E14}" dt="2026-02-03T14:03:27.030" v="545" actId="1076"/>
          <ac:picMkLst>
            <pc:docMk/>
            <pc:sldMk cId="1711838188" sldId="292"/>
            <ac:picMk id="6" creationId="{545CED38-DA8E-3238-C570-16C4E7E9CFD3}"/>
          </ac:picMkLst>
        </pc:picChg>
        <pc:cxnChg chg="del">
          <ac:chgData name="Renan Xavier Cortes" userId="d6af805853004405" providerId="LiveId" clId="{A5B2796D-8AF4-42CF-A6FE-D608612D5E14}" dt="2026-02-03T14:05:10.930" v="590" actId="478"/>
          <ac:cxnSpMkLst>
            <pc:docMk/>
            <pc:sldMk cId="1711838188" sldId="292"/>
            <ac:cxnSpMk id="16" creationId="{4EAC580B-A33D-0590-91CC-6BE461B59623}"/>
          </ac:cxnSpMkLst>
        </pc:cxnChg>
        <pc:cxnChg chg="del">
          <ac:chgData name="Renan Xavier Cortes" userId="d6af805853004405" providerId="LiveId" clId="{A5B2796D-8AF4-42CF-A6FE-D608612D5E14}" dt="2026-02-03T14:05:11.760" v="591" actId="478"/>
          <ac:cxnSpMkLst>
            <pc:docMk/>
            <pc:sldMk cId="1711838188" sldId="292"/>
            <ac:cxnSpMk id="17" creationId="{E0CFA2FE-4ED7-7FA1-056D-FF3DEB71BBF6}"/>
          </ac:cxnSpMkLst>
        </pc:cxnChg>
        <pc:cxnChg chg="del">
          <ac:chgData name="Renan Xavier Cortes" userId="d6af805853004405" providerId="LiveId" clId="{A5B2796D-8AF4-42CF-A6FE-D608612D5E14}" dt="2026-02-03T14:05:12.300" v="592" actId="478"/>
          <ac:cxnSpMkLst>
            <pc:docMk/>
            <pc:sldMk cId="1711838188" sldId="292"/>
            <ac:cxnSpMk id="18" creationId="{6F531258-14BE-70BF-F004-A7351029E87F}"/>
          </ac:cxnSpMkLst>
        </pc:cxnChg>
      </pc:sldChg>
      <pc:sldChg chg="addSp delSp modSp add mod delAnim modAnim">
        <pc:chgData name="Renan Xavier Cortes" userId="d6af805853004405" providerId="LiveId" clId="{A5B2796D-8AF4-42CF-A6FE-D608612D5E14}" dt="2026-02-03T14:12:28.370" v="792"/>
        <pc:sldMkLst>
          <pc:docMk/>
          <pc:sldMk cId="1407976470" sldId="293"/>
        </pc:sldMkLst>
        <pc:spChg chg="del mod">
          <ac:chgData name="Renan Xavier Cortes" userId="d6af805853004405" providerId="LiveId" clId="{A5B2796D-8AF4-42CF-A6FE-D608612D5E14}" dt="2026-02-03T14:11:27.668" v="750" actId="478"/>
          <ac:spMkLst>
            <pc:docMk/>
            <pc:sldMk cId="1407976470" sldId="293"/>
            <ac:spMk id="4" creationId="{3198A0ED-9305-1017-68D8-44E91597B364}"/>
          </ac:spMkLst>
        </pc:spChg>
        <pc:spChg chg="add mod">
          <ac:chgData name="Renan Xavier Cortes" userId="d6af805853004405" providerId="LiveId" clId="{A5B2796D-8AF4-42CF-A6FE-D608612D5E14}" dt="2026-02-03T14:12:04.359" v="775" actId="1076"/>
          <ac:spMkLst>
            <pc:docMk/>
            <pc:sldMk cId="1407976470" sldId="293"/>
            <ac:spMk id="5" creationId="{8F4959DD-CC93-3A5C-2A3C-C6A3D388514C}"/>
          </ac:spMkLst>
        </pc:spChg>
        <pc:spChg chg="mod">
          <ac:chgData name="Renan Xavier Cortes" userId="d6af805853004405" providerId="LiveId" clId="{A5B2796D-8AF4-42CF-A6FE-D608612D5E14}" dt="2026-02-03T14:11:25.270" v="749" actId="20577"/>
          <ac:spMkLst>
            <pc:docMk/>
            <pc:sldMk cId="1407976470" sldId="293"/>
            <ac:spMk id="8" creationId="{39AE06C5-34BE-4D68-97C3-4C07702C2DF6}"/>
          </ac:spMkLst>
        </pc:spChg>
        <pc:spChg chg="mod">
          <ac:chgData name="Renan Xavier Cortes" userId="d6af805853004405" providerId="LiveId" clId="{A5B2796D-8AF4-42CF-A6FE-D608612D5E14}" dt="2026-02-03T14:10:11.763" v="681" actId="20577"/>
          <ac:spMkLst>
            <pc:docMk/>
            <pc:sldMk cId="1407976470" sldId="293"/>
            <ac:spMk id="9" creationId="{81E7F27F-5C87-7CA1-0F5B-7D528D49F354}"/>
          </ac:spMkLst>
        </pc:spChg>
        <pc:spChg chg="del">
          <ac:chgData name="Renan Xavier Cortes" userId="d6af805853004405" providerId="LiveId" clId="{A5B2796D-8AF4-42CF-A6FE-D608612D5E14}" dt="2026-02-03T14:09:12.722" v="677" actId="478"/>
          <ac:spMkLst>
            <pc:docMk/>
            <pc:sldMk cId="1407976470" sldId="293"/>
            <ac:spMk id="10" creationId="{D5DA3566-3C85-1344-FE63-69E7607777A9}"/>
          </ac:spMkLst>
        </pc:spChg>
        <pc:spChg chg="del">
          <ac:chgData name="Renan Xavier Cortes" userId="d6af805853004405" providerId="LiveId" clId="{A5B2796D-8AF4-42CF-A6FE-D608612D5E14}" dt="2026-02-03T14:09:04.227" v="671" actId="478"/>
          <ac:spMkLst>
            <pc:docMk/>
            <pc:sldMk cId="1407976470" sldId="293"/>
            <ac:spMk id="11" creationId="{3A02B75B-C712-9168-0B3F-B0B72A8D71DF}"/>
          </ac:spMkLst>
        </pc:spChg>
        <pc:spChg chg="del">
          <ac:chgData name="Renan Xavier Cortes" userId="d6af805853004405" providerId="LiveId" clId="{A5B2796D-8AF4-42CF-A6FE-D608612D5E14}" dt="2026-02-03T14:09:05.950" v="672" actId="478"/>
          <ac:spMkLst>
            <pc:docMk/>
            <pc:sldMk cId="1407976470" sldId="293"/>
            <ac:spMk id="12" creationId="{1A844692-7572-0EFE-D6C7-BC10B1A78102}"/>
          </ac:spMkLst>
        </pc:spChg>
        <pc:spChg chg="mod">
          <ac:chgData name="Renan Xavier Cortes" userId="d6af805853004405" providerId="LiveId" clId="{A5B2796D-8AF4-42CF-A6FE-D608612D5E14}" dt="2026-02-03T14:10:42.330" v="705" actId="1076"/>
          <ac:spMkLst>
            <pc:docMk/>
            <pc:sldMk cId="1407976470" sldId="293"/>
            <ac:spMk id="13" creationId="{1C8D134B-189F-32F4-5926-3E97872544F7}"/>
          </ac:spMkLst>
        </pc:spChg>
        <pc:spChg chg="add mod">
          <ac:chgData name="Renan Xavier Cortes" userId="d6af805853004405" providerId="LiveId" clId="{A5B2796D-8AF4-42CF-A6FE-D608612D5E14}" dt="2026-02-03T14:11:44.410" v="757" actId="1076"/>
          <ac:spMkLst>
            <pc:docMk/>
            <pc:sldMk cId="1407976470" sldId="293"/>
            <ac:spMk id="14" creationId="{793A17D9-2DF1-012F-2E8F-BBEA8B52FFDF}"/>
          </ac:spMkLst>
        </pc:spChg>
        <pc:spChg chg="add mod">
          <ac:chgData name="Renan Xavier Cortes" userId="d6af805853004405" providerId="LiveId" clId="{A5B2796D-8AF4-42CF-A6FE-D608612D5E14}" dt="2026-02-03T14:12:06.535" v="776" actId="1076"/>
          <ac:spMkLst>
            <pc:docMk/>
            <pc:sldMk cId="1407976470" sldId="293"/>
            <ac:spMk id="15" creationId="{AA65CBA3-683C-9A60-A3B8-D7A4B14807D7}"/>
          </ac:spMkLst>
        </pc:spChg>
        <pc:spChg chg="add mod">
          <ac:chgData name="Renan Xavier Cortes" userId="d6af805853004405" providerId="LiveId" clId="{A5B2796D-8AF4-42CF-A6FE-D608612D5E14}" dt="2026-02-03T14:12:14.526" v="788" actId="20577"/>
          <ac:spMkLst>
            <pc:docMk/>
            <pc:sldMk cId="1407976470" sldId="293"/>
            <ac:spMk id="16" creationId="{C4E41B3A-0F30-AA72-D566-E005B74FCB0E}"/>
          </ac:spMkLst>
        </pc:spChg>
      </pc:sldChg>
      <pc:sldChg chg="addSp delSp modSp add mod delAnim">
        <pc:chgData name="Renan Xavier Cortes" userId="d6af805853004405" providerId="LiveId" clId="{A5B2796D-8AF4-42CF-A6FE-D608612D5E14}" dt="2026-02-03T14:15:49.690" v="980" actId="1076"/>
        <pc:sldMkLst>
          <pc:docMk/>
          <pc:sldMk cId="3847008661" sldId="294"/>
        </pc:sldMkLst>
        <pc:spChg chg="add mod">
          <ac:chgData name="Renan Xavier Cortes" userId="d6af805853004405" providerId="LiveId" clId="{A5B2796D-8AF4-42CF-A6FE-D608612D5E14}" dt="2026-02-03T14:15:49.690" v="980" actId="1076"/>
          <ac:spMkLst>
            <pc:docMk/>
            <pc:sldMk cId="3847008661" sldId="294"/>
            <ac:spMk id="4" creationId="{660BCD70-1073-E5E7-FAAF-FE6127D1DDD2}"/>
          </ac:spMkLst>
        </pc:spChg>
        <pc:spChg chg="del">
          <ac:chgData name="Renan Xavier Cortes" userId="d6af805853004405" providerId="LiveId" clId="{A5B2796D-8AF4-42CF-A6FE-D608612D5E14}" dt="2026-02-03T14:13:13.280" v="806" actId="478"/>
          <ac:spMkLst>
            <pc:docMk/>
            <pc:sldMk cId="3847008661" sldId="294"/>
            <ac:spMk id="5" creationId="{8F4959DD-CC93-3A5C-2A3C-C6A3D388514C}"/>
          </ac:spMkLst>
        </pc:spChg>
        <pc:spChg chg="mod">
          <ac:chgData name="Renan Xavier Cortes" userId="d6af805853004405" providerId="LiveId" clId="{A5B2796D-8AF4-42CF-A6FE-D608612D5E14}" dt="2026-02-03T14:12:54.932" v="802" actId="20577"/>
          <ac:spMkLst>
            <pc:docMk/>
            <pc:sldMk cId="3847008661" sldId="294"/>
            <ac:spMk id="8" creationId="{39AE06C5-34BE-4D68-97C3-4C07702C2DF6}"/>
          </ac:spMkLst>
        </pc:spChg>
        <pc:spChg chg="del">
          <ac:chgData name="Renan Xavier Cortes" userId="d6af805853004405" providerId="LiveId" clId="{A5B2796D-8AF4-42CF-A6FE-D608612D5E14}" dt="2026-02-03T14:13:09.534" v="803" actId="478"/>
          <ac:spMkLst>
            <pc:docMk/>
            <pc:sldMk cId="3847008661" sldId="294"/>
            <ac:spMk id="9" creationId="{81E7F27F-5C87-7CA1-0F5B-7D528D49F354}"/>
          </ac:spMkLst>
        </pc:spChg>
        <pc:spChg chg="del">
          <ac:chgData name="Renan Xavier Cortes" userId="d6af805853004405" providerId="LiveId" clId="{A5B2796D-8AF4-42CF-A6FE-D608612D5E14}" dt="2026-02-03T14:13:17.810" v="810" actId="478"/>
          <ac:spMkLst>
            <pc:docMk/>
            <pc:sldMk cId="3847008661" sldId="294"/>
            <ac:spMk id="13" creationId="{1C8D134B-189F-32F4-5926-3E97872544F7}"/>
          </ac:spMkLst>
        </pc:spChg>
        <pc:spChg chg="del">
          <ac:chgData name="Renan Xavier Cortes" userId="d6af805853004405" providerId="LiveId" clId="{A5B2796D-8AF4-42CF-A6FE-D608612D5E14}" dt="2026-02-03T14:13:15.660" v="808" actId="478"/>
          <ac:spMkLst>
            <pc:docMk/>
            <pc:sldMk cId="3847008661" sldId="294"/>
            <ac:spMk id="14" creationId="{793A17D9-2DF1-012F-2E8F-BBEA8B52FFDF}"/>
          </ac:spMkLst>
        </pc:spChg>
        <pc:spChg chg="del mod">
          <ac:chgData name="Renan Xavier Cortes" userId="d6af805853004405" providerId="LiveId" clId="{A5B2796D-8AF4-42CF-A6FE-D608612D5E14}" dt="2026-02-03T14:13:11.910" v="805" actId="478"/>
          <ac:spMkLst>
            <pc:docMk/>
            <pc:sldMk cId="3847008661" sldId="294"/>
            <ac:spMk id="15" creationId="{AA65CBA3-683C-9A60-A3B8-D7A4B14807D7}"/>
          </ac:spMkLst>
        </pc:spChg>
        <pc:spChg chg="del">
          <ac:chgData name="Renan Xavier Cortes" userId="d6af805853004405" providerId="LiveId" clId="{A5B2796D-8AF4-42CF-A6FE-D608612D5E14}" dt="2026-02-03T14:13:14.706" v="807" actId="478"/>
          <ac:spMkLst>
            <pc:docMk/>
            <pc:sldMk cId="3847008661" sldId="294"/>
            <ac:spMk id="16" creationId="{C4E41B3A-0F30-AA72-D566-E005B74FCB0E}"/>
          </ac:spMkLst>
        </pc:spChg>
        <pc:picChg chg="del">
          <ac:chgData name="Renan Xavier Cortes" userId="d6af805853004405" providerId="LiveId" clId="{A5B2796D-8AF4-42CF-A6FE-D608612D5E14}" dt="2026-02-03T14:13:16.674" v="809" actId="478"/>
          <ac:picMkLst>
            <pc:docMk/>
            <pc:sldMk cId="3847008661" sldId="294"/>
            <ac:picMk id="6" creationId="{545CED38-DA8E-3238-C570-16C4E7E9CFD3}"/>
          </ac:picMkLst>
        </pc:picChg>
        <pc:picChg chg="mod">
          <ac:chgData name="Renan Xavier Cortes" userId="d6af805853004405" providerId="LiveId" clId="{A5B2796D-8AF4-42CF-A6FE-D608612D5E14}" dt="2026-02-03T14:14:00.764" v="825" actId="1076"/>
          <ac:picMkLst>
            <pc:docMk/>
            <pc:sldMk cId="3847008661" sldId="294"/>
            <ac:picMk id="1028" creationId="{75506CED-EADC-9CB9-FB62-FB3B46199CA5}"/>
          </ac:picMkLst>
        </pc:picChg>
      </pc:sldChg>
      <pc:sldChg chg="addSp delSp modSp add mod modAnim">
        <pc:chgData name="Renan Xavier Cortes" userId="d6af805853004405" providerId="LiveId" clId="{A5B2796D-8AF4-42CF-A6FE-D608612D5E14}" dt="2026-02-03T14:18:36.917" v="1028" actId="1076"/>
        <pc:sldMkLst>
          <pc:docMk/>
          <pc:sldMk cId="3675567438" sldId="295"/>
        </pc:sldMkLst>
        <pc:spChg chg="mod">
          <ac:chgData name="Renan Xavier Cortes" userId="d6af805853004405" providerId="LiveId" clId="{A5B2796D-8AF4-42CF-A6FE-D608612D5E14}" dt="2026-02-03T14:18:36.917" v="1028" actId="1076"/>
          <ac:spMkLst>
            <pc:docMk/>
            <pc:sldMk cId="3675567438" sldId="295"/>
            <ac:spMk id="4" creationId="{660BCD70-1073-E5E7-FAAF-FE6127D1DDD2}"/>
          </ac:spMkLst>
        </pc:spChg>
        <pc:spChg chg="mod">
          <ac:chgData name="Renan Xavier Cortes" userId="d6af805853004405" providerId="LiveId" clId="{A5B2796D-8AF4-42CF-A6FE-D608612D5E14}" dt="2026-02-03T14:17:00.280" v="1001" actId="20577"/>
          <ac:spMkLst>
            <pc:docMk/>
            <pc:sldMk cId="3675567438" sldId="295"/>
            <ac:spMk id="8" creationId="{39AE06C5-34BE-4D68-97C3-4C07702C2DF6}"/>
          </ac:spMkLst>
        </pc:spChg>
        <pc:picChg chg="add mod">
          <ac:chgData name="Renan Xavier Cortes" userId="d6af805853004405" providerId="LiveId" clId="{A5B2796D-8AF4-42CF-A6FE-D608612D5E14}" dt="2026-02-03T14:18:33.376" v="1027" actId="1076"/>
          <ac:picMkLst>
            <pc:docMk/>
            <pc:sldMk cId="3675567438" sldId="295"/>
            <ac:picMk id="5" creationId="{26FBADE8-F04D-C236-D666-F05C4D3B68D8}"/>
          </ac:picMkLst>
        </pc:picChg>
        <pc:picChg chg="del">
          <ac:chgData name="Renan Xavier Cortes" userId="d6af805853004405" providerId="LiveId" clId="{A5B2796D-8AF4-42CF-A6FE-D608612D5E14}" dt="2026-02-03T14:18:25.366" v="1023" actId="478"/>
          <ac:picMkLst>
            <pc:docMk/>
            <pc:sldMk cId="3675567438" sldId="295"/>
            <ac:picMk id="1028" creationId="{75506CED-EADC-9CB9-FB62-FB3B46199CA5}"/>
          </ac:picMkLst>
        </pc:picChg>
      </pc:sldChg>
      <pc:sldChg chg="addSp delSp modSp add mod delAnim modAnim">
        <pc:chgData name="Renan Xavier Cortes" userId="d6af805853004405" providerId="LiveId" clId="{A5B2796D-8AF4-42CF-A6FE-D608612D5E14}" dt="2026-02-03T15:09:41.101" v="1282"/>
        <pc:sldMkLst>
          <pc:docMk/>
          <pc:sldMk cId="3746606206" sldId="296"/>
        </pc:sldMkLst>
        <pc:spChg chg="add mod">
          <ac:chgData name="Renan Xavier Cortes" userId="d6af805853004405" providerId="LiveId" clId="{A5B2796D-8AF4-42CF-A6FE-D608612D5E14}" dt="2026-02-03T14:23:45.716" v="1065" actId="1076"/>
          <ac:spMkLst>
            <pc:docMk/>
            <pc:sldMk cId="3746606206" sldId="296"/>
            <ac:spMk id="4" creationId="{7F92F9A5-5A4E-A764-2D1D-B241EB0143D5}"/>
          </ac:spMkLst>
        </pc:spChg>
        <pc:spChg chg="mod">
          <ac:chgData name="Renan Xavier Cortes" userId="d6af805853004405" providerId="LiveId" clId="{A5B2796D-8AF4-42CF-A6FE-D608612D5E14}" dt="2026-02-03T14:22:31.114" v="1040" actId="20577"/>
          <ac:spMkLst>
            <pc:docMk/>
            <pc:sldMk cId="3746606206" sldId="296"/>
            <ac:spMk id="8" creationId="{39AE06C5-34BE-4D68-97C3-4C07702C2DF6}"/>
          </ac:spMkLst>
        </pc:spChg>
        <pc:spChg chg="mod">
          <ac:chgData name="Renan Xavier Cortes" userId="d6af805853004405" providerId="LiveId" clId="{A5B2796D-8AF4-42CF-A6FE-D608612D5E14}" dt="2026-02-03T14:23:33.702" v="1062" actId="20577"/>
          <ac:spMkLst>
            <pc:docMk/>
            <pc:sldMk cId="3746606206" sldId="296"/>
            <ac:spMk id="9" creationId="{81E7F27F-5C87-7CA1-0F5B-7D528D49F354}"/>
          </ac:spMkLst>
        </pc:spChg>
        <pc:spChg chg="add mod">
          <ac:chgData name="Renan Xavier Cortes" userId="d6af805853004405" providerId="LiveId" clId="{A5B2796D-8AF4-42CF-A6FE-D608612D5E14}" dt="2026-02-03T14:24:09.746" v="1081" actId="1076"/>
          <ac:spMkLst>
            <pc:docMk/>
            <pc:sldMk cId="3746606206" sldId="296"/>
            <ac:spMk id="12" creationId="{860FD68A-39C5-BB20-C496-33A367EDB14F}"/>
          </ac:spMkLst>
        </pc:spChg>
        <pc:spChg chg="mod">
          <ac:chgData name="Renan Xavier Cortes" userId="d6af805853004405" providerId="LiveId" clId="{A5B2796D-8AF4-42CF-A6FE-D608612D5E14}" dt="2026-02-03T14:24:51.338" v="1084" actId="1076"/>
          <ac:spMkLst>
            <pc:docMk/>
            <pc:sldMk cId="3746606206" sldId="296"/>
            <ac:spMk id="13" creationId="{1C8D134B-189F-32F4-5926-3E97872544F7}"/>
          </ac:spMkLst>
        </pc:spChg>
        <pc:spChg chg="del">
          <ac:chgData name="Renan Xavier Cortes" userId="d6af805853004405" providerId="LiveId" clId="{A5B2796D-8AF4-42CF-A6FE-D608612D5E14}" dt="2026-02-03T14:24:45.883" v="1082" actId="478"/>
          <ac:spMkLst>
            <pc:docMk/>
            <pc:sldMk cId="3746606206" sldId="296"/>
            <ac:spMk id="14" creationId="{793A17D9-2DF1-012F-2E8F-BBEA8B52FFDF}"/>
          </ac:spMkLst>
        </pc:spChg>
        <pc:spChg chg="del">
          <ac:chgData name="Renan Xavier Cortes" userId="d6af805853004405" providerId="LiveId" clId="{A5B2796D-8AF4-42CF-A6FE-D608612D5E14}" dt="2026-02-03T14:24:47.309" v="1083" actId="478"/>
          <ac:spMkLst>
            <pc:docMk/>
            <pc:sldMk cId="3746606206" sldId="296"/>
            <ac:spMk id="16" creationId="{C4E41B3A-0F30-AA72-D566-E005B74FCB0E}"/>
          </ac:spMkLst>
        </pc:spChg>
        <pc:spChg chg="add mod">
          <ac:chgData name="Renan Xavier Cortes" userId="d6af805853004405" providerId="LiveId" clId="{A5B2796D-8AF4-42CF-A6FE-D608612D5E14}" dt="2026-02-03T14:25:52.003" v="1159" actId="58"/>
          <ac:spMkLst>
            <pc:docMk/>
            <pc:sldMk cId="3746606206" sldId="296"/>
            <ac:spMk id="17" creationId="{A42CB49F-3938-72A5-247D-08586E05513C}"/>
          </ac:spMkLst>
        </pc:spChg>
        <pc:spChg chg="add mod">
          <ac:chgData name="Renan Xavier Cortes" userId="d6af805853004405" providerId="LiveId" clId="{A5B2796D-8AF4-42CF-A6FE-D608612D5E14}" dt="2026-02-03T14:26:17.396" v="1161" actId="1076"/>
          <ac:spMkLst>
            <pc:docMk/>
            <pc:sldMk cId="3746606206" sldId="296"/>
            <ac:spMk id="18" creationId="{A2BBE1C3-25F0-83C8-C788-8EE92BE28D8B}"/>
          </ac:spMkLst>
        </pc:spChg>
        <pc:spChg chg="add mod">
          <ac:chgData name="Renan Xavier Cortes" userId="d6af805853004405" providerId="LiveId" clId="{A5B2796D-8AF4-42CF-A6FE-D608612D5E14}" dt="2026-02-03T14:27:17.231" v="1172" actId="1076"/>
          <ac:spMkLst>
            <pc:docMk/>
            <pc:sldMk cId="3746606206" sldId="296"/>
            <ac:spMk id="19" creationId="{32C9E10A-0376-11C1-EC08-C43582DE1AC1}"/>
          </ac:spMkLst>
        </pc:spChg>
        <pc:spChg chg="add mod">
          <ac:chgData name="Renan Xavier Cortes" userId="d6af805853004405" providerId="LiveId" clId="{A5B2796D-8AF4-42CF-A6FE-D608612D5E14}" dt="2026-02-03T14:27:23.536" v="1175" actId="14100"/>
          <ac:spMkLst>
            <pc:docMk/>
            <pc:sldMk cId="3746606206" sldId="296"/>
            <ac:spMk id="20" creationId="{90AC07D6-AC8F-77D9-8F96-E5D2CCB9561F}"/>
          </ac:spMkLst>
        </pc:spChg>
        <pc:spChg chg="add mod">
          <ac:chgData name="Renan Xavier Cortes" userId="d6af805853004405" providerId="LiveId" clId="{A5B2796D-8AF4-42CF-A6FE-D608612D5E14}" dt="2026-02-03T14:27:59.543" v="1204" actId="14100"/>
          <ac:spMkLst>
            <pc:docMk/>
            <pc:sldMk cId="3746606206" sldId="296"/>
            <ac:spMk id="23" creationId="{339A56D9-ACF7-F6FB-F987-A157759AB540}"/>
          </ac:spMkLst>
        </pc:spChg>
        <pc:spChg chg="add mod">
          <ac:chgData name="Renan Xavier Cortes" userId="d6af805853004405" providerId="LiveId" clId="{A5B2796D-8AF4-42CF-A6FE-D608612D5E14}" dt="2026-02-03T15:08:33.695" v="1276" actId="122"/>
          <ac:spMkLst>
            <pc:docMk/>
            <pc:sldMk cId="3746606206" sldId="296"/>
            <ac:spMk id="24" creationId="{9CE95A57-F3C9-693C-EDCD-CC84E1DF9525}"/>
          </ac:spMkLst>
        </pc:spChg>
        <pc:spChg chg="add">
          <ac:chgData name="Renan Xavier Cortes" userId="d6af805853004405" providerId="LiveId" clId="{A5B2796D-8AF4-42CF-A6FE-D608612D5E14}" dt="2026-02-03T15:07:16.187" v="1260"/>
          <ac:spMkLst>
            <pc:docMk/>
            <pc:sldMk cId="3746606206" sldId="296"/>
            <ac:spMk id="25" creationId="{BB0BF19F-DB95-5E27-2A28-D2B6C71B4C53}"/>
          </ac:spMkLst>
        </pc:spChg>
        <pc:spChg chg="add mod">
          <ac:chgData name="Renan Xavier Cortes" userId="d6af805853004405" providerId="LiveId" clId="{A5B2796D-8AF4-42CF-A6FE-D608612D5E14}" dt="2026-02-03T15:07:28.132" v="1266" actId="1076"/>
          <ac:spMkLst>
            <pc:docMk/>
            <pc:sldMk cId="3746606206" sldId="296"/>
            <ac:spMk id="26" creationId="{4481767D-0C9D-561B-15F0-E638F5812AF4}"/>
          </ac:spMkLst>
        </pc:spChg>
        <pc:picChg chg="add mod">
          <ac:chgData name="Renan Xavier Cortes" userId="d6af805853004405" providerId="LiveId" clId="{A5B2796D-8AF4-42CF-A6FE-D608612D5E14}" dt="2026-02-03T15:07:28.132" v="1266" actId="1076"/>
          <ac:picMkLst>
            <pc:docMk/>
            <pc:sldMk cId="3746606206" sldId="296"/>
            <ac:picMk id="27" creationId="{EDACCE60-D632-2721-F9CB-7BC49DC6A4A5}"/>
          </ac:picMkLst>
        </pc:picChg>
        <pc:picChg chg="add">
          <ac:chgData name="Renan Xavier Cortes" userId="d6af805853004405" providerId="LiveId" clId="{A5B2796D-8AF4-42CF-A6FE-D608612D5E14}" dt="2026-02-03T15:07:16.187" v="1260"/>
          <ac:picMkLst>
            <pc:docMk/>
            <pc:sldMk cId="3746606206" sldId="296"/>
            <ac:picMk id="1026" creationId="{B822C54A-6169-9E2C-F837-66E638F25771}"/>
          </ac:picMkLst>
        </pc:picChg>
        <pc:cxnChg chg="add">
          <ac:chgData name="Renan Xavier Cortes" userId="d6af805853004405" providerId="LiveId" clId="{A5B2796D-8AF4-42CF-A6FE-D608612D5E14}" dt="2026-02-03T14:23:53.618" v="1066" actId="11529"/>
          <ac:cxnSpMkLst>
            <pc:docMk/>
            <pc:sldMk cId="3746606206" sldId="296"/>
            <ac:cxnSpMk id="11" creationId="{FFC21F95-CE4D-BFC2-FD00-2082AB74DD36}"/>
          </ac:cxnSpMkLst>
        </pc:cxnChg>
        <pc:cxnChg chg="add">
          <ac:chgData name="Renan Xavier Cortes" userId="d6af805853004405" providerId="LiveId" clId="{A5B2796D-8AF4-42CF-A6FE-D608612D5E14}" dt="2026-02-03T14:27:28.574" v="1176" actId="11529"/>
          <ac:cxnSpMkLst>
            <pc:docMk/>
            <pc:sldMk cId="3746606206" sldId="296"/>
            <ac:cxnSpMk id="22" creationId="{5049A4E8-5781-6124-C096-EEA0566C3D86}"/>
          </ac:cxnSpMkLst>
        </pc:cxnChg>
      </pc:sldChg>
      <pc:sldChg chg="delSp modSp add mod delAnim">
        <pc:chgData name="Renan Xavier Cortes" userId="d6af805853004405" providerId="LiveId" clId="{A5B2796D-8AF4-42CF-A6FE-D608612D5E14}" dt="2026-02-03T15:14:02.646" v="1315" actId="1076"/>
        <pc:sldMkLst>
          <pc:docMk/>
          <pc:sldMk cId="3445845693" sldId="297"/>
        </pc:sldMkLst>
        <pc:spChg chg="mod">
          <ac:chgData name="Renan Xavier Cortes" userId="d6af805853004405" providerId="LiveId" clId="{A5B2796D-8AF4-42CF-A6FE-D608612D5E14}" dt="2026-02-03T15:14:02.646" v="1315" actId="1076"/>
          <ac:spMkLst>
            <pc:docMk/>
            <pc:sldMk cId="3445845693" sldId="297"/>
            <ac:spMk id="4" creationId="{660BCD70-1073-E5E7-FAAF-FE6127D1DDD2}"/>
          </ac:spMkLst>
        </pc:spChg>
        <pc:spChg chg="mod">
          <ac:chgData name="Renan Xavier Cortes" userId="d6af805853004405" providerId="LiveId" clId="{A5B2796D-8AF4-42CF-A6FE-D608612D5E14}" dt="2026-02-03T15:10:59.692" v="1291" actId="20577"/>
          <ac:spMkLst>
            <pc:docMk/>
            <pc:sldMk cId="3445845693" sldId="297"/>
            <ac:spMk id="8" creationId="{39AE06C5-34BE-4D68-97C3-4C07702C2DF6}"/>
          </ac:spMkLst>
        </pc:spChg>
        <pc:picChg chg="del">
          <ac:chgData name="Renan Xavier Cortes" userId="d6af805853004405" providerId="LiveId" clId="{A5B2796D-8AF4-42CF-A6FE-D608612D5E14}" dt="2026-02-03T15:10:55.225" v="1284" actId="478"/>
          <ac:picMkLst>
            <pc:docMk/>
            <pc:sldMk cId="3445845693" sldId="297"/>
            <ac:picMk id="5" creationId="{26FBADE8-F04D-C236-D666-F05C4D3B68D8}"/>
          </ac:picMkLst>
        </pc:picChg>
      </pc:sldChg>
      <pc:sldChg chg="modSp add mod">
        <pc:chgData name="Renan Xavier Cortes" userId="d6af805853004405" providerId="LiveId" clId="{A5B2796D-8AF4-42CF-A6FE-D608612D5E14}" dt="2026-02-03T15:15:02.876" v="1356" actId="1076"/>
        <pc:sldMkLst>
          <pc:docMk/>
          <pc:sldMk cId="855114149" sldId="298"/>
        </pc:sldMkLst>
        <pc:spChg chg="mod">
          <ac:chgData name="Renan Xavier Cortes" userId="d6af805853004405" providerId="LiveId" clId="{A5B2796D-8AF4-42CF-A6FE-D608612D5E14}" dt="2026-02-03T15:15:02.876" v="1356" actId="1076"/>
          <ac:spMkLst>
            <pc:docMk/>
            <pc:sldMk cId="855114149" sldId="298"/>
            <ac:spMk id="4" creationId="{660BCD70-1073-E5E7-FAAF-FE6127D1DDD2}"/>
          </ac:spMkLst>
        </pc:spChg>
      </pc:sldChg>
      <pc:sldChg chg="modSp add mod">
        <pc:chgData name="Renan Xavier Cortes" userId="d6af805853004405" providerId="LiveId" clId="{A5B2796D-8AF4-42CF-A6FE-D608612D5E14}" dt="2026-02-03T15:15:44.226" v="1382" actId="1076"/>
        <pc:sldMkLst>
          <pc:docMk/>
          <pc:sldMk cId="1549489234" sldId="299"/>
        </pc:sldMkLst>
        <pc:spChg chg="mod">
          <ac:chgData name="Renan Xavier Cortes" userId="d6af805853004405" providerId="LiveId" clId="{A5B2796D-8AF4-42CF-A6FE-D608612D5E14}" dt="2026-02-03T15:15:44.226" v="1382" actId="1076"/>
          <ac:spMkLst>
            <pc:docMk/>
            <pc:sldMk cId="1549489234" sldId="299"/>
            <ac:spMk id="4" creationId="{660BCD70-1073-E5E7-FAAF-FE6127D1DDD2}"/>
          </ac:spMkLst>
        </pc:spChg>
      </pc:sldChg>
      <pc:sldChg chg="addSp delSp modSp add mod modAnim">
        <pc:chgData name="Renan Xavier Cortes" userId="d6af805853004405" providerId="LiveId" clId="{A5B2796D-8AF4-42CF-A6FE-D608612D5E14}" dt="2026-02-03T15:23:40.092" v="1490" actId="478"/>
        <pc:sldMkLst>
          <pc:docMk/>
          <pc:sldMk cId="3956361783" sldId="300"/>
        </pc:sldMkLst>
        <pc:spChg chg="del">
          <ac:chgData name="Renan Xavier Cortes" userId="d6af805853004405" providerId="LiveId" clId="{A5B2796D-8AF4-42CF-A6FE-D608612D5E14}" dt="2026-02-03T15:17:56.716" v="1440" actId="478"/>
          <ac:spMkLst>
            <pc:docMk/>
            <pc:sldMk cId="3956361783" sldId="300"/>
            <ac:spMk id="4" creationId="{660BCD70-1073-E5E7-FAAF-FE6127D1DDD2}"/>
          </ac:spMkLst>
        </pc:spChg>
        <pc:spChg chg="add del mod">
          <ac:chgData name="Renan Xavier Cortes" userId="d6af805853004405" providerId="LiveId" clId="{A5B2796D-8AF4-42CF-A6FE-D608612D5E14}" dt="2026-02-03T15:23:40.092" v="1490" actId="478"/>
          <ac:spMkLst>
            <pc:docMk/>
            <pc:sldMk cId="3956361783" sldId="300"/>
            <ac:spMk id="6" creationId="{F9230138-9149-59DD-5EEC-4D434843175E}"/>
          </ac:spMkLst>
        </pc:spChg>
        <pc:spChg chg="mod">
          <ac:chgData name="Renan Xavier Cortes" userId="d6af805853004405" providerId="LiveId" clId="{A5B2796D-8AF4-42CF-A6FE-D608612D5E14}" dt="2026-02-03T15:17:27.826" v="1439" actId="122"/>
          <ac:spMkLst>
            <pc:docMk/>
            <pc:sldMk cId="3956361783" sldId="300"/>
            <ac:spMk id="8" creationId="{39AE06C5-34BE-4D68-97C3-4C07702C2DF6}"/>
          </ac:spMkLst>
        </pc:spChg>
        <pc:spChg chg="add del mod">
          <ac:chgData name="Renan Xavier Cortes" userId="d6af805853004405" providerId="LiveId" clId="{A5B2796D-8AF4-42CF-A6FE-D608612D5E14}" dt="2026-02-03T15:23:39.330" v="1488" actId="478"/>
          <ac:spMkLst>
            <pc:docMk/>
            <pc:sldMk cId="3956361783" sldId="300"/>
            <ac:spMk id="10" creationId="{4A5BF54B-6D31-E23F-27D1-2AAF2E6C6DA6}"/>
          </ac:spMkLst>
        </pc:spChg>
        <pc:spChg chg="add del mod">
          <ac:chgData name="Renan Xavier Cortes" userId="d6af805853004405" providerId="LiveId" clId="{A5B2796D-8AF4-42CF-A6FE-D608612D5E14}" dt="2026-02-03T15:23:40.092" v="1490" actId="478"/>
          <ac:spMkLst>
            <pc:docMk/>
            <pc:sldMk cId="3956361783" sldId="300"/>
            <ac:spMk id="11" creationId="{CCD499A0-7E0E-54A2-F4D1-767DC2C36980}"/>
          </ac:spMkLst>
        </pc:spChg>
        <pc:spChg chg="add del mod">
          <ac:chgData name="Renan Xavier Cortes" userId="d6af805853004405" providerId="LiveId" clId="{A5B2796D-8AF4-42CF-A6FE-D608612D5E14}" dt="2026-02-03T15:23:39.651" v="1489" actId="478"/>
          <ac:spMkLst>
            <pc:docMk/>
            <pc:sldMk cId="3956361783" sldId="300"/>
            <ac:spMk id="12" creationId="{58D47D22-7217-081E-4866-C12E8E6361DD}"/>
          </ac:spMkLst>
        </pc:spChg>
        <pc:spChg chg="add del mod">
          <ac:chgData name="Renan Xavier Cortes" userId="d6af805853004405" providerId="LiveId" clId="{A5B2796D-8AF4-42CF-A6FE-D608612D5E14}" dt="2026-02-03T15:23:40.092" v="1490" actId="478"/>
          <ac:spMkLst>
            <pc:docMk/>
            <pc:sldMk cId="3956361783" sldId="300"/>
            <ac:spMk id="13" creationId="{43D29664-1623-DDFB-04F0-9C99483B6238}"/>
          </ac:spMkLst>
        </pc:spChg>
        <pc:spChg chg="add del mod">
          <ac:chgData name="Renan Xavier Cortes" userId="d6af805853004405" providerId="LiveId" clId="{A5B2796D-8AF4-42CF-A6FE-D608612D5E14}" dt="2026-02-03T15:23:40.092" v="1490" actId="478"/>
          <ac:spMkLst>
            <pc:docMk/>
            <pc:sldMk cId="3956361783" sldId="300"/>
            <ac:spMk id="14" creationId="{5046C7B9-1652-69D8-D45B-01109ACD6653}"/>
          </ac:spMkLst>
        </pc:spChg>
        <pc:picChg chg="add del mod">
          <ac:chgData name="Renan Xavier Cortes" userId="d6af805853004405" providerId="LiveId" clId="{A5B2796D-8AF4-42CF-A6FE-D608612D5E14}" dt="2026-02-03T15:23:40.092" v="1490" actId="478"/>
          <ac:picMkLst>
            <pc:docMk/>
            <pc:sldMk cId="3956361783" sldId="300"/>
            <ac:picMk id="5" creationId="{F686FF8C-4B97-2DDC-8B56-64FDA9C48FC0}"/>
          </ac:picMkLst>
        </pc:picChg>
        <pc:picChg chg="add del mod">
          <ac:chgData name="Renan Xavier Cortes" userId="d6af805853004405" providerId="LiveId" clId="{A5B2796D-8AF4-42CF-A6FE-D608612D5E14}" dt="2026-02-03T15:23:40.092" v="1490" actId="478"/>
          <ac:picMkLst>
            <pc:docMk/>
            <pc:sldMk cId="3956361783" sldId="300"/>
            <ac:picMk id="9" creationId="{5674D848-3BF2-776D-A692-04FDC762C704}"/>
          </ac:picMkLst>
        </pc:picChg>
        <pc:picChg chg="add del mod">
          <ac:chgData name="Renan Xavier Cortes" userId="d6af805853004405" providerId="LiveId" clId="{A5B2796D-8AF4-42CF-A6FE-D608612D5E14}" dt="2026-02-03T15:23:39.089" v="1487" actId="22"/>
          <ac:picMkLst>
            <pc:docMk/>
            <pc:sldMk cId="3956361783" sldId="300"/>
            <ac:picMk id="16" creationId="{D299D09B-E096-7D6D-EB50-237A54AF5364}"/>
          </ac:picMkLst>
        </pc:picChg>
      </pc:sldChg>
      <pc:sldChg chg="add del">
        <pc:chgData name="Renan Xavier Cortes" userId="d6af805853004405" providerId="LiveId" clId="{A5B2796D-8AF4-42CF-A6FE-D608612D5E14}" dt="2026-02-03T15:18:49.636" v="1464" actId="47"/>
        <pc:sldMkLst>
          <pc:docMk/>
          <pc:sldMk cId="3481208610" sldId="301"/>
        </pc:sldMkLst>
      </pc:sldChg>
      <pc:sldChg chg="addSp delSp modSp add del mod">
        <pc:chgData name="Renan Xavier Cortes" userId="d6af805853004405" providerId="LiveId" clId="{A5B2796D-8AF4-42CF-A6FE-D608612D5E14}" dt="2026-02-03T15:23:37.473" v="1482"/>
        <pc:sldMkLst>
          <pc:docMk/>
          <pc:sldMk cId="3596378562" sldId="301"/>
        </pc:sldMkLst>
        <pc:picChg chg="add del mod">
          <ac:chgData name="Renan Xavier Cortes" userId="d6af805853004405" providerId="LiveId" clId="{A5B2796D-8AF4-42CF-A6FE-D608612D5E14}" dt="2026-02-03T15:23:36.825" v="1480" actId="22"/>
          <ac:picMkLst>
            <pc:docMk/>
            <pc:sldMk cId="3596378562" sldId="301"/>
            <ac:picMk id="5" creationId="{B55B4600-5074-F957-9415-C0FAC5C90E6F}"/>
          </ac:picMkLst>
        </pc:picChg>
        <pc:picChg chg="add del">
          <ac:chgData name="Renan Xavier Cortes" userId="d6af805853004405" providerId="LiveId" clId="{A5B2796D-8AF4-42CF-A6FE-D608612D5E14}" dt="2026-02-03T15:23:37.129" v="1481" actId="478"/>
          <ac:picMkLst>
            <pc:docMk/>
            <pc:sldMk cId="3596378562" sldId="301"/>
            <ac:picMk id="16" creationId="{D299D09B-E096-7D6D-EB50-237A54AF5364}"/>
          </ac:picMkLst>
        </pc:picChg>
      </pc:sldChg>
      <pc:sldChg chg="addSp delSp modSp add mod modAnim">
        <pc:chgData name="Renan Xavier Cortes" userId="d6af805853004405" providerId="LiveId" clId="{A5B2796D-8AF4-42CF-A6FE-D608612D5E14}" dt="2026-02-03T15:24:13.288" v="1496" actId="1076"/>
        <pc:sldMkLst>
          <pc:docMk/>
          <pc:sldMk cId="3943786102" sldId="301"/>
        </pc:sldMkLst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6" creationId="{F9230138-9149-59DD-5EEC-4D434843175E}"/>
          </ac:spMkLst>
        </pc:spChg>
        <pc:spChg chg="del">
          <ac:chgData name="Renan Xavier Cortes" userId="d6af805853004405" providerId="LiveId" clId="{A5B2796D-8AF4-42CF-A6FE-D608612D5E14}" dt="2026-02-03T15:24:06.531" v="1493" actId="478"/>
          <ac:spMkLst>
            <pc:docMk/>
            <pc:sldMk cId="3943786102" sldId="301"/>
            <ac:spMk id="10" creationId="{4A5BF54B-6D31-E23F-27D1-2AAF2E6C6DA6}"/>
          </ac:spMkLst>
        </pc:spChg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11" creationId="{CCD499A0-7E0E-54A2-F4D1-767DC2C36980}"/>
          </ac:spMkLst>
        </pc:spChg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12" creationId="{58D47D22-7217-081E-4866-C12E8E6361DD}"/>
          </ac:spMkLst>
        </pc:spChg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13" creationId="{43D29664-1623-DDFB-04F0-9C99483B6238}"/>
          </ac:spMkLst>
        </pc:spChg>
        <pc:spChg chg="del">
          <ac:chgData name="Renan Xavier Cortes" userId="d6af805853004405" providerId="LiveId" clId="{A5B2796D-8AF4-42CF-A6FE-D608612D5E14}" dt="2026-02-03T15:24:04.858" v="1492" actId="478"/>
          <ac:spMkLst>
            <pc:docMk/>
            <pc:sldMk cId="3943786102" sldId="301"/>
            <ac:spMk id="14" creationId="{5046C7B9-1652-69D8-D45B-01109ACD6653}"/>
          </ac:spMkLst>
        </pc:spChg>
        <pc:picChg chg="del">
          <ac:chgData name="Renan Xavier Cortes" userId="d6af805853004405" providerId="LiveId" clId="{A5B2796D-8AF4-42CF-A6FE-D608612D5E14}" dt="2026-02-03T15:24:04.858" v="1492" actId="478"/>
          <ac:picMkLst>
            <pc:docMk/>
            <pc:sldMk cId="3943786102" sldId="301"/>
            <ac:picMk id="5" creationId="{F686FF8C-4B97-2DDC-8B56-64FDA9C48FC0}"/>
          </ac:picMkLst>
        </pc:picChg>
        <pc:picChg chg="del">
          <ac:chgData name="Renan Xavier Cortes" userId="d6af805853004405" providerId="LiveId" clId="{A5B2796D-8AF4-42CF-A6FE-D608612D5E14}" dt="2026-02-03T15:24:04.858" v="1492" actId="478"/>
          <ac:picMkLst>
            <pc:docMk/>
            <pc:sldMk cId="3943786102" sldId="301"/>
            <ac:picMk id="9" creationId="{5674D848-3BF2-776D-A692-04FDC762C704}"/>
          </ac:picMkLst>
        </pc:picChg>
        <pc:picChg chg="add mod">
          <ac:chgData name="Renan Xavier Cortes" userId="d6af805853004405" providerId="LiveId" clId="{A5B2796D-8AF4-42CF-A6FE-D608612D5E14}" dt="2026-02-03T15:24:13.288" v="1496" actId="1076"/>
          <ac:picMkLst>
            <pc:docMk/>
            <pc:sldMk cId="3943786102" sldId="301"/>
            <ac:picMk id="15" creationId="{788A8421-D57E-910F-641A-68FDF2FAA653}"/>
          </ac:picMkLst>
        </pc:picChg>
      </pc:sldChg>
      <pc:sldChg chg="addSp delSp modSp add mod">
        <pc:chgData name="Renan Xavier Cortes" userId="d6af805853004405" providerId="LiveId" clId="{A5B2796D-8AF4-42CF-A6FE-D608612D5E14}" dt="2026-02-03T15:24:39.107" v="1502" actId="1076"/>
        <pc:sldMkLst>
          <pc:docMk/>
          <pc:sldMk cId="3950777073" sldId="302"/>
        </pc:sldMkLst>
        <pc:picChg chg="add mod">
          <ac:chgData name="Renan Xavier Cortes" userId="d6af805853004405" providerId="LiveId" clId="{A5B2796D-8AF4-42CF-A6FE-D608612D5E14}" dt="2026-02-03T15:24:39.107" v="1502" actId="1076"/>
          <ac:picMkLst>
            <pc:docMk/>
            <pc:sldMk cId="3950777073" sldId="302"/>
            <ac:picMk id="5" creationId="{DCF79032-80C9-5930-6096-FC635321F71D}"/>
          </ac:picMkLst>
        </pc:picChg>
        <pc:picChg chg="del">
          <ac:chgData name="Renan Xavier Cortes" userId="d6af805853004405" providerId="LiveId" clId="{A5B2796D-8AF4-42CF-A6FE-D608612D5E14}" dt="2026-02-03T15:24:26.308" v="1498" actId="478"/>
          <ac:picMkLst>
            <pc:docMk/>
            <pc:sldMk cId="3950777073" sldId="302"/>
            <ac:picMk id="15" creationId="{788A8421-D57E-910F-641A-68FDF2FAA653}"/>
          </ac:picMkLst>
        </pc:picChg>
      </pc:sldChg>
      <pc:sldChg chg="addSp delSp modSp add mod">
        <pc:chgData name="Renan Xavier Cortes" userId="d6af805853004405" providerId="LiveId" clId="{A5B2796D-8AF4-42CF-A6FE-D608612D5E14}" dt="2026-02-08T20:30:06.049" v="2749" actId="21"/>
        <pc:sldMkLst>
          <pc:docMk/>
          <pc:sldMk cId="906688189" sldId="303"/>
        </pc:sldMkLst>
        <pc:spChg chg="add mod">
          <ac:chgData name="Renan Xavier Cortes" userId="d6af805853004405" providerId="LiveId" clId="{A5B2796D-8AF4-42CF-A6FE-D608612D5E14}" dt="2026-02-03T15:31:49.712" v="1624" actId="1076"/>
          <ac:spMkLst>
            <pc:docMk/>
            <pc:sldMk cId="906688189" sldId="303"/>
            <ac:spMk id="4" creationId="{BE5DADD1-BF26-5062-274C-C4163B621D3F}"/>
          </ac:spMkLst>
        </pc:spChg>
        <pc:spChg chg="add del mod">
          <ac:chgData name="Renan Xavier Cortes" userId="d6af805853004405" providerId="LiveId" clId="{A5B2796D-8AF4-42CF-A6FE-D608612D5E14}" dt="2026-02-08T20:30:06.049" v="2749" actId="21"/>
          <ac:spMkLst>
            <pc:docMk/>
            <pc:sldMk cId="906688189" sldId="303"/>
            <ac:spMk id="5" creationId="{9529DE3C-C65D-63B6-94EA-31AECBB2C7B9}"/>
          </ac:spMkLst>
        </pc:spChg>
        <pc:spChg chg="mod">
          <ac:chgData name="Renan Xavier Cortes" userId="d6af805853004405" providerId="LiveId" clId="{A5B2796D-8AF4-42CF-A6FE-D608612D5E14}" dt="2026-02-03T15:25:13.463" v="1522" actId="1076"/>
          <ac:spMkLst>
            <pc:docMk/>
            <pc:sldMk cId="906688189" sldId="303"/>
            <ac:spMk id="8" creationId="{39AE06C5-34BE-4D68-97C3-4C07702C2DF6}"/>
          </ac:spMkLst>
        </pc:spChg>
        <pc:picChg chg="del">
          <ac:chgData name="Renan Xavier Cortes" userId="d6af805853004405" providerId="LiveId" clId="{A5B2796D-8AF4-42CF-A6FE-D608612D5E14}" dt="2026-02-03T15:24:48.018" v="1504" actId="478"/>
          <ac:picMkLst>
            <pc:docMk/>
            <pc:sldMk cId="906688189" sldId="303"/>
            <ac:picMk id="5" creationId="{DCF79032-80C9-5930-6096-FC635321F71D}"/>
          </ac:picMkLst>
        </pc:picChg>
      </pc:sldChg>
      <pc:sldChg chg="modSp add mod">
        <pc:chgData name="Renan Xavier Cortes" userId="d6af805853004405" providerId="LiveId" clId="{A5B2796D-8AF4-42CF-A6FE-D608612D5E14}" dt="2026-02-03T15:30:52.232" v="1623" actId="115"/>
        <pc:sldMkLst>
          <pc:docMk/>
          <pc:sldMk cId="1531631072" sldId="304"/>
        </pc:sldMkLst>
        <pc:spChg chg="mod">
          <ac:chgData name="Renan Xavier Cortes" userId="d6af805853004405" providerId="LiveId" clId="{A5B2796D-8AF4-42CF-A6FE-D608612D5E14}" dt="2026-02-03T15:30:52.232" v="1623" actId="115"/>
          <ac:spMkLst>
            <pc:docMk/>
            <pc:sldMk cId="1531631072" sldId="304"/>
            <ac:spMk id="4" creationId="{BE5DADD1-BF26-5062-274C-C4163B621D3F}"/>
          </ac:spMkLst>
        </pc:spChg>
        <pc:spChg chg="mod">
          <ac:chgData name="Renan Xavier Cortes" userId="d6af805853004405" providerId="LiveId" clId="{A5B2796D-8AF4-42CF-A6FE-D608612D5E14}" dt="2026-02-03T15:29:03.793" v="1584" actId="20577"/>
          <ac:spMkLst>
            <pc:docMk/>
            <pc:sldMk cId="1531631072" sldId="304"/>
            <ac:spMk id="8" creationId="{39AE06C5-34BE-4D68-97C3-4C07702C2DF6}"/>
          </ac:spMkLst>
        </pc:spChg>
      </pc:sldChg>
      <pc:sldChg chg="addSp modSp add mod">
        <pc:chgData name="Renan Xavier Cortes" userId="d6af805853004405" providerId="LiveId" clId="{A5B2796D-8AF4-42CF-A6FE-D608612D5E14}" dt="2026-02-03T16:00:34.897" v="2036" actId="20577"/>
        <pc:sldMkLst>
          <pc:docMk/>
          <pc:sldMk cId="1338433180" sldId="305"/>
        </pc:sldMkLst>
        <pc:spChg chg="mod">
          <ac:chgData name="Renan Xavier Cortes" userId="d6af805853004405" providerId="LiveId" clId="{A5B2796D-8AF4-42CF-A6FE-D608612D5E14}" dt="2026-02-03T16:00:34.897" v="2036" actId="20577"/>
          <ac:spMkLst>
            <pc:docMk/>
            <pc:sldMk cId="1338433180" sldId="305"/>
            <ac:spMk id="4" creationId="{BE5DADD1-BF26-5062-274C-C4163B621D3F}"/>
          </ac:spMkLst>
        </pc:spChg>
        <pc:spChg chg="add">
          <ac:chgData name="Renan Xavier Cortes" userId="d6af805853004405" providerId="LiveId" clId="{A5B2796D-8AF4-42CF-A6FE-D608612D5E14}" dt="2026-02-03T15:55:37.561" v="1726"/>
          <ac:spMkLst>
            <pc:docMk/>
            <pc:sldMk cId="1338433180" sldId="305"/>
            <ac:spMk id="5" creationId="{8CBB1E5D-09D4-7B8E-55D4-658094E15311}"/>
          </ac:spMkLst>
        </pc:spChg>
        <pc:spChg chg="mod">
          <ac:chgData name="Renan Xavier Cortes" userId="d6af805853004405" providerId="LiveId" clId="{A5B2796D-8AF4-42CF-A6FE-D608612D5E14}" dt="2026-02-03T15:52:29.614" v="1663" actId="20577"/>
          <ac:spMkLst>
            <pc:docMk/>
            <pc:sldMk cId="1338433180" sldId="305"/>
            <ac:spMk id="8" creationId="{39AE06C5-34BE-4D68-97C3-4C07702C2DF6}"/>
          </ac:spMkLst>
        </pc:spChg>
      </pc:sldChg>
      <pc:sldChg chg="addSp delSp modSp add mod ord delAnim modAnim">
        <pc:chgData name="Renan Xavier Cortes" userId="d6af805853004405" providerId="LiveId" clId="{A5B2796D-8AF4-42CF-A6FE-D608612D5E14}" dt="2026-02-03T18:42:18.496" v="2638"/>
        <pc:sldMkLst>
          <pc:docMk/>
          <pc:sldMk cId="1557163157" sldId="306"/>
        </pc:sldMkLst>
        <pc:spChg chg="add del mod">
          <ac:chgData name="Renan Xavier Cortes" userId="d6af805853004405" providerId="LiveId" clId="{A5B2796D-8AF4-42CF-A6FE-D608612D5E14}" dt="2026-02-03T18:40:57.956" v="2612" actId="478"/>
          <ac:spMkLst>
            <pc:docMk/>
            <pc:sldMk cId="1557163157" sldId="306"/>
            <ac:spMk id="4" creationId="{A88DECA9-5E16-AF5F-558E-D2A0E9B304E2}"/>
          </ac:spMkLst>
        </pc:spChg>
        <pc:spChg chg="del">
          <ac:chgData name="Renan Xavier Cortes" userId="d6af805853004405" providerId="LiveId" clId="{A5B2796D-8AF4-42CF-A6FE-D608612D5E14}" dt="2026-02-03T15:58:50.128" v="1822" actId="478"/>
          <ac:spMkLst>
            <pc:docMk/>
            <pc:sldMk cId="1557163157" sldId="306"/>
            <ac:spMk id="4" creationId="{BE5DADD1-BF26-5062-274C-C4163B621D3F}"/>
          </ac:spMkLst>
        </pc:spChg>
        <pc:spChg chg="add mod">
          <ac:chgData name="Renan Xavier Cortes" userId="d6af805853004405" providerId="LiveId" clId="{A5B2796D-8AF4-42CF-A6FE-D608612D5E14}" dt="2026-02-03T18:40:55.436" v="2610" actId="1076"/>
          <ac:spMkLst>
            <pc:docMk/>
            <pc:sldMk cId="1557163157" sldId="306"/>
            <ac:spMk id="6" creationId="{10BE02A8-7F7C-7312-51FA-1A7F84F43B16}"/>
          </ac:spMkLst>
        </pc:spChg>
        <pc:spChg chg="add del mod">
          <ac:chgData name="Renan Xavier Cortes" userId="d6af805853004405" providerId="LiveId" clId="{A5B2796D-8AF4-42CF-A6FE-D608612D5E14}" dt="2026-02-03T15:59:04.877" v="1826" actId="478"/>
          <ac:spMkLst>
            <pc:docMk/>
            <pc:sldMk cId="1557163157" sldId="306"/>
            <ac:spMk id="6" creationId="{A49BCB6C-2AAF-92F5-CF67-DA6A044E0C27}"/>
          </ac:spMkLst>
        </pc:spChg>
        <pc:spChg chg="add mod">
          <ac:chgData name="Renan Xavier Cortes" userId="d6af805853004405" providerId="LiveId" clId="{A5B2796D-8AF4-42CF-A6FE-D608612D5E14}" dt="2026-02-03T15:59:09.768" v="1828" actId="1076"/>
          <ac:spMkLst>
            <pc:docMk/>
            <pc:sldMk cId="1557163157" sldId="306"/>
            <ac:spMk id="10" creationId="{2FBC308A-A7EC-0821-E509-60728E15FAE0}"/>
          </ac:spMkLst>
        </pc:spChg>
        <pc:spChg chg="add mod">
          <ac:chgData name="Renan Xavier Cortes" userId="d6af805853004405" providerId="LiveId" clId="{A5B2796D-8AF4-42CF-A6FE-D608612D5E14}" dt="2026-02-03T18:41:31.346" v="2618" actId="1076"/>
          <ac:spMkLst>
            <pc:docMk/>
            <pc:sldMk cId="1557163157" sldId="306"/>
            <ac:spMk id="11" creationId="{3F9D3156-7A30-E375-5B81-B7E5F7AB089A}"/>
          </ac:spMkLst>
        </pc:spChg>
        <pc:spChg chg="add del mod">
          <ac:chgData name="Renan Xavier Cortes" userId="d6af805853004405" providerId="LiveId" clId="{A5B2796D-8AF4-42CF-A6FE-D608612D5E14}" dt="2026-02-03T15:59:06.141" v="1827" actId="478"/>
          <ac:spMkLst>
            <pc:docMk/>
            <pc:sldMk cId="1557163157" sldId="306"/>
            <ac:spMk id="11" creationId="{49F74FC3-E20C-4DA5-5D0B-6BA8AE997D73}"/>
          </ac:spMkLst>
        </pc:spChg>
        <pc:spChg chg="add mod">
          <ac:chgData name="Renan Xavier Cortes" userId="d6af805853004405" providerId="LiveId" clId="{A5B2796D-8AF4-42CF-A6FE-D608612D5E14}" dt="2026-02-03T18:41:34.181" v="2620" actId="1076"/>
          <ac:spMkLst>
            <pc:docMk/>
            <pc:sldMk cId="1557163157" sldId="306"/>
            <ac:spMk id="12" creationId="{0237E841-44B0-3D80-5481-E29539301D3A}"/>
          </ac:spMkLst>
        </pc:spChg>
        <pc:spChg chg="add del mod">
          <ac:chgData name="Renan Xavier Cortes" userId="d6af805853004405" providerId="LiveId" clId="{A5B2796D-8AF4-42CF-A6FE-D608612D5E14}" dt="2026-02-03T15:58:57.983" v="1825" actId="478"/>
          <ac:spMkLst>
            <pc:docMk/>
            <pc:sldMk cId="1557163157" sldId="306"/>
            <ac:spMk id="12" creationId="{477C270D-1194-4CCA-3314-6AFECE24E442}"/>
          </ac:spMkLst>
        </pc:spChg>
        <pc:spChg chg="add del mod">
          <ac:chgData name="Renan Xavier Cortes" userId="d6af805853004405" providerId="LiveId" clId="{A5B2796D-8AF4-42CF-A6FE-D608612D5E14}" dt="2026-02-03T15:58:56.096" v="1824" actId="478"/>
          <ac:spMkLst>
            <pc:docMk/>
            <pc:sldMk cId="1557163157" sldId="306"/>
            <ac:spMk id="13" creationId="{4A0DCCD3-04B3-E37F-87D5-2C4F67A9B7BB}"/>
          </ac:spMkLst>
        </pc:spChg>
        <pc:spChg chg="add mod">
          <ac:chgData name="Renan Xavier Cortes" userId="d6af805853004405" providerId="LiveId" clId="{A5B2796D-8AF4-42CF-A6FE-D608612D5E14}" dt="2026-02-03T18:41:36.973" v="2622" actId="1076"/>
          <ac:spMkLst>
            <pc:docMk/>
            <pc:sldMk cId="1557163157" sldId="306"/>
            <ac:spMk id="13" creationId="{6F054CD8-5BBF-532D-859D-3C37C61E0460}"/>
          </ac:spMkLst>
        </pc:spChg>
        <pc:spChg chg="add mod">
          <ac:chgData name="Renan Xavier Cortes" userId="d6af805853004405" providerId="LiveId" clId="{A5B2796D-8AF4-42CF-A6FE-D608612D5E14}" dt="2026-02-03T16:01:56.185" v="2069" actId="207"/>
          <ac:spMkLst>
            <pc:docMk/>
            <pc:sldMk cId="1557163157" sldId="306"/>
            <ac:spMk id="14" creationId="{D53CEE38-1490-AD62-9C1B-890FE9C5BFF4}"/>
          </ac:spMkLst>
        </pc:spChg>
        <pc:spChg chg="add mod">
          <ac:chgData name="Renan Xavier Cortes" userId="d6af805853004405" providerId="LiveId" clId="{A5B2796D-8AF4-42CF-A6FE-D608612D5E14}" dt="2026-02-03T18:41:42.996" v="2625" actId="1076"/>
          <ac:spMkLst>
            <pc:docMk/>
            <pc:sldMk cId="1557163157" sldId="306"/>
            <ac:spMk id="15" creationId="{65058184-9076-8E50-46EE-D5C3D8D6B947}"/>
          </ac:spMkLst>
        </pc:spChg>
        <pc:spChg chg="add mod">
          <ac:chgData name="Renan Xavier Cortes" userId="d6af805853004405" providerId="LiveId" clId="{A5B2796D-8AF4-42CF-A6FE-D608612D5E14}" dt="2026-02-03T18:41:45.726" v="2627" actId="1076"/>
          <ac:spMkLst>
            <pc:docMk/>
            <pc:sldMk cId="1557163157" sldId="306"/>
            <ac:spMk id="16" creationId="{AD6357A5-3B57-E653-92DD-F39E66B5FC8D}"/>
          </ac:spMkLst>
        </pc:spChg>
        <pc:spChg chg="add mod">
          <ac:chgData name="Renan Xavier Cortes" userId="d6af805853004405" providerId="LiveId" clId="{A5B2796D-8AF4-42CF-A6FE-D608612D5E14}" dt="2026-02-03T18:41:49.436" v="2629" actId="1076"/>
          <ac:spMkLst>
            <pc:docMk/>
            <pc:sldMk cId="1557163157" sldId="306"/>
            <ac:spMk id="17" creationId="{FC3D71C3-BCB9-77AE-950A-20D358057F06}"/>
          </ac:spMkLst>
        </pc:spChg>
        <pc:spChg chg="add mod">
          <ac:chgData name="Renan Xavier Cortes" userId="d6af805853004405" providerId="LiveId" clId="{A5B2796D-8AF4-42CF-A6FE-D608612D5E14}" dt="2026-02-03T18:41:53.452" v="2631" actId="1076"/>
          <ac:spMkLst>
            <pc:docMk/>
            <pc:sldMk cId="1557163157" sldId="306"/>
            <ac:spMk id="18" creationId="{1FB0C34B-F03E-6C56-8155-8E7DF7AEDE0D}"/>
          </ac:spMkLst>
        </pc:spChg>
        <pc:spChg chg="add mod">
          <ac:chgData name="Renan Xavier Cortes" userId="d6af805853004405" providerId="LiveId" clId="{A5B2796D-8AF4-42CF-A6FE-D608612D5E14}" dt="2026-02-03T18:41:55.566" v="2633" actId="1076"/>
          <ac:spMkLst>
            <pc:docMk/>
            <pc:sldMk cId="1557163157" sldId="306"/>
            <ac:spMk id="19" creationId="{ACED92BD-9EF8-728B-9A13-BADE05A2DE80}"/>
          </ac:spMkLst>
        </pc:spChg>
        <pc:spChg chg="add mod">
          <ac:chgData name="Renan Xavier Cortes" userId="d6af805853004405" providerId="LiveId" clId="{A5B2796D-8AF4-42CF-A6FE-D608612D5E14}" dt="2026-02-03T18:41:58.986" v="2635" actId="1076"/>
          <ac:spMkLst>
            <pc:docMk/>
            <pc:sldMk cId="1557163157" sldId="306"/>
            <ac:spMk id="20" creationId="{4242EBDC-2ECB-B444-08D3-5188C6EF8F0E}"/>
          </ac:spMkLst>
        </pc:spChg>
        <pc:spChg chg="add mod">
          <ac:chgData name="Renan Xavier Cortes" userId="d6af805853004405" providerId="LiveId" clId="{A5B2796D-8AF4-42CF-A6FE-D608612D5E14}" dt="2026-02-03T18:42:02.516" v="2637" actId="1076"/>
          <ac:spMkLst>
            <pc:docMk/>
            <pc:sldMk cId="1557163157" sldId="306"/>
            <ac:spMk id="21" creationId="{9F7C52A4-FE67-D3D0-DAD1-A81735014E25}"/>
          </ac:spMkLst>
        </pc:spChg>
        <pc:picChg chg="add mod">
          <ac:chgData name="Renan Xavier Cortes" userId="d6af805853004405" providerId="LiveId" clId="{A5B2796D-8AF4-42CF-A6FE-D608612D5E14}" dt="2026-02-03T15:59:09.768" v="1828" actId="1076"/>
          <ac:picMkLst>
            <pc:docMk/>
            <pc:sldMk cId="1557163157" sldId="306"/>
            <ac:picMk id="5" creationId="{EDD71DFE-E566-90B8-B2E7-1D81FFD92E16}"/>
          </ac:picMkLst>
        </pc:picChg>
        <pc:picChg chg="add mod">
          <ac:chgData name="Renan Xavier Cortes" userId="d6af805853004405" providerId="LiveId" clId="{A5B2796D-8AF4-42CF-A6FE-D608612D5E14}" dt="2026-02-03T15:59:09.768" v="1828" actId="1076"/>
          <ac:picMkLst>
            <pc:docMk/>
            <pc:sldMk cId="1557163157" sldId="306"/>
            <ac:picMk id="9" creationId="{98FA4D83-A4FE-AB14-A742-ED0FE9784320}"/>
          </ac:picMkLst>
        </pc:picChg>
      </pc:sldChg>
      <pc:sldChg chg="modSp add mod">
        <pc:chgData name="Renan Xavier Cortes" userId="d6af805853004405" providerId="LiveId" clId="{A5B2796D-8AF4-42CF-A6FE-D608612D5E14}" dt="2026-02-03T16:04:36.363" v="2082" actId="1076"/>
        <pc:sldMkLst>
          <pc:docMk/>
          <pc:sldMk cId="291653888" sldId="307"/>
        </pc:sldMkLst>
        <pc:spChg chg="mod">
          <ac:chgData name="Renan Xavier Cortes" userId="d6af805853004405" providerId="LiveId" clId="{A5B2796D-8AF4-42CF-A6FE-D608612D5E14}" dt="2026-02-03T16:04:36.363" v="2082" actId="1076"/>
          <ac:spMkLst>
            <pc:docMk/>
            <pc:sldMk cId="291653888" sldId="307"/>
            <ac:spMk id="4" creationId="{BE5DADD1-BF26-5062-274C-C4163B621D3F}"/>
          </ac:spMkLst>
        </pc:spChg>
      </pc:sldChg>
      <pc:sldChg chg="addSp modSp add mod">
        <pc:chgData name="Renan Xavier Cortes" userId="d6af805853004405" providerId="LiveId" clId="{A5B2796D-8AF4-42CF-A6FE-D608612D5E14}" dt="2026-02-03T19:22:25.974" v="2696" actId="1076"/>
        <pc:sldMkLst>
          <pc:docMk/>
          <pc:sldMk cId="3896359951" sldId="308"/>
        </pc:sldMkLst>
        <pc:spChg chg="mod">
          <ac:chgData name="Renan Xavier Cortes" userId="d6af805853004405" providerId="LiveId" clId="{A5B2796D-8AF4-42CF-A6FE-D608612D5E14}" dt="2026-02-03T16:29:38.781" v="2251" actId="1076"/>
          <ac:spMkLst>
            <pc:docMk/>
            <pc:sldMk cId="3896359951" sldId="308"/>
            <ac:spMk id="4" creationId="{BE5DADD1-BF26-5062-274C-C4163B621D3F}"/>
          </ac:spMkLst>
        </pc:spChg>
        <pc:spChg chg="add mod">
          <ac:chgData name="Renan Xavier Cortes" userId="d6af805853004405" providerId="LiveId" clId="{A5B2796D-8AF4-42CF-A6FE-D608612D5E14}" dt="2026-02-03T16:29:52.759" v="2254" actId="1076"/>
          <ac:spMkLst>
            <pc:docMk/>
            <pc:sldMk cId="3896359951" sldId="308"/>
            <ac:spMk id="5" creationId="{22E11BCE-0CED-2C7E-F5FC-B40BC648CEE0}"/>
          </ac:spMkLst>
        </pc:spChg>
        <pc:spChg chg="mod">
          <ac:chgData name="Renan Xavier Cortes" userId="d6af805853004405" providerId="LiveId" clId="{A5B2796D-8AF4-42CF-A6FE-D608612D5E14}" dt="2026-02-03T16:05:48.620" v="2124" actId="20577"/>
          <ac:spMkLst>
            <pc:docMk/>
            <pc:sldMk cId="3896359951" sldId="308"/>
            <ac:spMk id="8" creationId="{39AE06C5-34BE-4D68-97C3-4C07702C2DF6}"/>
          </ac:spMkLst>
        </pc:spChg>
        <pc:picChg chg="add mod">
          <ac:chgData name="Renan Xavier Cortes" userId="d6af805853004405" providerId="LiveId" clId="{A5B2796D-8AF4-42CF-A6FE-D608612D5E14}" dt="2026-02-03T19:22:25.974" v="2696" actId="1076"/>
          <ac:picMkLst>
            <pc:docMk/>
            <pc:sldMk cId="3896359951" sldId="308"/>
            <ac:picMk id="4098" creationId="{5B26B9CD-B563-1805-9EDF-8A700A8437EB}"/>
          </ac:picMkLst>
        </pc:picChg>
      </pc:sldChg>
      <pc:sldChg chg="addSp delSp modSp add mod modAnim">
        <pc:chgData name="Renan Xavier Cortes" userId="d6af805853004405" providerId="LiveId" clId="{A5B2796D-8AF4-42CF-A6FE-D608612D5E14}" dt="2026-02-03T16:13:31.116" v="2238" actId="20577"/>
        <pc:sldMkLst>
          <pc:docMk/>
          <pc:sldMk cId="3207581236" sldId="309"/>
        </pc:sldMkLst>
        <pc:spChg chg="del">
          <ac:chgData name="Renan Xavier Cortes" userId="d6af805853004405" providerId="LiveId" clId="{A5B2796D-8AF4-42CF-A6FE-D608612D5E14}" dt="2026-02-03T16:10:06.304" v="2184" actId="478"/>
          <ac:spMkLst>
            <pc:docMk/>
            <pc:sldMk cId="3207581236" sldId="309"/>
            <ac:spMk id="4" creationId="{BE5DADD1-BF26-5062-274C-C4163B621D3F}"/>
          </ac:spMkLst>
        </pc:spChg>
        <pc:spChg chg="add mod">
          <ac:chgData name="Renan Xavier Cortes" userId="d6af805853004405" providerId="LiveId" clId="{A5B2796D-8AF4-42CF-A6FE-D608612D5E14}" dt="2026-02-03T16:13:14.309" v="2235" actId="1076"/>
          <ac:spMkLst>
            <pc:docMk/>
            <pc:sldMk cId="3207581236" sldId="309"/>
            <ac:spMk id="9" creationId="{0FA18ED7-8C7D-7C60-9056-AC393618ACD4}"/>
          </ac:spMkLst>
        </pc:spChg>
        <pc:spChg chg="add mod">
          <ac:chgData name="Renan Xavier Cortes" userId="d6af805853004405" providerId="LiveId" clId="{A5B2796D-8AF4-42CF-A6FE-D608612D5E14}" dt="2026-02-03T16:12:49.942" v="2206" actId="1582"/>
          <ac:spMkLst>
            <pc:docMk/>
            <pc:sldMk cId="3207581236" sldId="309"/>
            <ac:spMk id="10" creationId="{13F64154-205A-3819-BE90-14204A0FCE69}"/>
          </ac:spMkLst>
        </pc:spChg>
        <pc:spChg chg="add mod">
          <ac:chgData name="Renan Xavier Cortes" userId="d6af805853004405" providerId="LiveId" clId="{A5B2796D-8AF4-42CF-A6FE-D608612D5E14}" dt="2026-02-03T16:13:31.116" v="2238" actId="20577"/>
          <ac:spMkLst>
            <pc:docMk/>
            <pc:sldMk cId="3207581236" sldId="309"/>
            <ac:spMk id="11" creationId="{8FD6CCC7-06FE-37A6-409A-952C72EC200E}"/>
          </ac:spMkLst>
        </pc:spChg>
        <pc:picChg chg="add mod">
          <ac:chgData name="Renan Xavier Cortes" userId="d6af805853004405" providerId="LiveId" clId="{A5B2796D-8AF4-42CF-A6FE-D608612D5E14}" dt="2026-02-03T16:11:07.212" v="2191" actId="1076"/>
          <ac:picMkLst>
            <pc:docMk/>
            <pc:sldMk cId="3207581236" sldId="309"/>
            <ac:picMk id="6" creationId="{1EFE1E8F-103D-840E-1897-C2A4D9CA7778}"/>
          </ac:picMkLst>
        </pc:picChg>
        <pc:picChg chg="add mod">
          <ac:chgData name="Renan Xavier Cortes" userId="d6af805853004405" providerId="LiveId" clId="{A5B2796D-8AF4-42CF-A6FE-D608612D5E14}" dt="2026-02-03T16:11:15.989" v="2195" actId="1076"/>
          <ac:picMkLst>
            <pc:docMk/>
            <pc:sldMk cId="3207581236" sldId="309"/>
            <ac:picMk id="1026" creationId="{FFF5ED1E-1FF0-B353-0693-B4FEDF717155}"/>
          </ac:picMkLst>
        </pc:picChg>
      </pc:sldChg>
      <pc:sldChg chg="delSp modSp add del mod">
        <pc:chgData name="Renan Xavier Cortes" userId="d6af805853004405" providerId="LiveId" clId="{A5B2796D-8AF4-42CF-A6FE-D608612D5E14}" dt="2026-02-03T16:32:39.979" v="2297" actId="47"/>
        <pc:sldMkLst>
          <pc:docMk/>
          <pc:sldMk cId="1377728891" sldId="310"/>
        </pc:sldMkLst>
        <pc:spChg chg="mod">
          <ac:chgData name="Renan Xavier Cortes" userId="d6af805853004405" providerId="LiveId" clId="{A5B2796D-8AF4-42CF-A6FE-D608612D5E14}" dt="2026-02-03T16:31:01.675" v="2279" actId="1076"/>
          <ac:spMkLst>
            <pc:docMk/>
            <pc:sldMk cId="1377728891" sldId="310"/>
            <ac:spMk id="4" creationId="{BE5DADD1-BF26-5062-274C-C4163B621D3F}"/>
          </ac:spMkLst>
        </pc:spChg>
        <pc:spChg chg="del">
          <ac:chgData name="Renan Xavier Cortes" userId="d6af805853004405" providerId="LiveId" clId="{A5B2796D-8AF4-42CF-A6FE-D608612D5E14}" dt="2026-02-03T16:30:46.651" v="2274" actId="478"/>
          <ac:spMkLst>
            <pc:docMk/>
            <pc:sldMk cId="1377728891" sldId="310"/>
            <ac:spMk id="5" creationId="{22E11BCE-0CED-2C7E-F5FC-B40BC648CEE0}"/>
          </ac:spMkLst>
        </pc:spChg>
        <pc:spChg chg="mod">
          <ac:chgData name="Renan Xavier Cortes" userId="d6af805853004405" providerId="LiveId" clId="{A5B2796D-8AF4-42CF-A6FE-D608612D5E14}" dt="2026-02-03T16:30:11.879" v="2266" actId="20577"/>
          <ac:spMkLst>
            <pc:docMk/>
            <pc:sldMk cId="1377728891" sldId="310"/>
            <ac:spMk id="8" creationId="{39AE06C5-34BE-4D68-97C3-4C07702C2DF6}"/>
          </ac:spMkLst>
        </pc:spChg>
      </pc:sldChg>
      <pc:sldChg chg="modSp add mod">
        <pc:chgData name="Renan Xavier Cortes" userId="d6af805853004405" providerId="LiveId" clId="{A5B2796D-8AF4-42CF-A6FE-D608612D5E14}" dt="2026-02-03T16:32:52.972" v="2301" actId="20577"/>
        <pc:sldMkLst>
          <pc:docMk/>
          <pc:sldMk cId="3232292564" sldId="311"/>
        </pc:sldMkLst>
        <pc:spChg chg="mod">
          <ac:chgData name="Renan Xavier Cortes" userId="d6af805853004405" providerId="LiveId" clId="{A5B2796D-8AF4-42CF-A6FE-D608612D5E14}" dt="2026-02-03T16:32:52.972" v="2301" actId="20577"/>
          <ac:spMkLst>
            <pc:docMk/>
            <pc:sldMk cId="3232292564" sldId="311"/>
            <ac:spMk id="4" creationId="{BE5DADD1-BF26-5062-274C-C4163B621D3F}"/>
          </ac:spMkLst>
        </pc:spChg>
      </pc:sldChg>
      <pc:sldChg chg="addSp modSp add mod">
        <pc:chgData name="Renan Xavier Cortes" userId="d6af805853004405" providerId="LiveId" clId="{A5B2796D-8AF4-42CF-A6FE-D608612D5E14}" dt="2026-02-03T16:36:23.838" v="2396" actId="1076"/>
        <pc:sldMkLst>
          <pc:docMk/>
          <pc:sldMk cId="1154020818" sldId="312"/>
        </pc:sldMkLst>
        <pc:spChg chg="mod">
          <ac:chgData name="Renan Xavier Cortes" userId="d6af805853004405" providerId="LiveId" clId="{A5B2796D-8AF4-42CF-A6FE-D608612D5E14}" dt="2026-02-03T16:36:23.838" v="2396" actId="1076"/>
          <ac:spMkLst>
            <pc:docMk/>
            <pc:sldMk cId="1154020818" sldId="312"/>
            <ac:spMk id="4" creationId="{BE5DADD1-BF26-5062-274C-C4163B621D3F}"/>
          </ac:spMkLst>
        </pc:spChg>
        <pc:picChg chg="add mod">
          <ac:chgData name="Renan Xavier Cortes" userId="d6af805853004405" providerId="LiveId" clId="{A5B2796D-8AF4-42CF-A6FE-D608612D5E14}" dt="2026-02-03T16:34:54.642" v="2322" actId="1076"/>
          <ac:picMkLst>
            <pc:docMk/>
            <pc:sldMk cId="1154020818" sldId="312"/>
            <ac:picMk id="2050" creationId="{AC8289CA-1020-AAF0-10E3-65FB082B9DA6}"/>
          </ac:picMkLst>
        </pc:picChg>
        <pc:picChg chg="add mod">
          <ac:chgData name="Renan Xavier Cortes" userId="d6af805853004405" providerId="LiveId" clId="{A5B2796D-8AF4-42CF-A6FE-D608612D5E14}" dt="2026-02-03T16:36:21.285" v="2395" actId="1076"/>
          <ac:picMkLst>
            <pc:docMk/>
            <pc:sldMk cId="1154020818" sldId="312"/>
            <ac:picMk id="2052" creationId="{0B32BAA6-508D-130C-6066-2E2BEBBD0774}"/>
          </ac:picMkLst>
        </pc:picChg>
      </pc:sldChg>
      <pc:sldChg chg="addSp delSp modSp add mod">
        <pc:chgData name="Renan Xavier Cortes" userId="d6af805853004405" providerId="LiveId" clId="{A5B2796D-8AF4-42CF-A6FE-D608612D5E14}" dt="2026-02-03T18:33:42.490" v="2552" actId="2711"/>
        <pc:sldMkLst>
          <pc:docMk/>
          <pc:sldMk cId="2034169365" sldId="313"/>
        </pc:sldMkLst>
        <pc:spChg chg="add mod">
          <ac:chgData name="Renan Xavier Cortes" userId="d6af805853004405" providerId="LiveId" clId="{A5B2796D-8AF4-42CF-A6FE-D608612D5E14}" dt="2026-02-03T18:33:42.490" v="2552" actId="2711"/>
          <ac:spMkLst>
            <pc:docMk/>
            <pc:sldMk cId="2034169365" sldId="313"/>
            <ac:spMk id="4" creationId="{3DBCF4AB-F4B0-C4FA-097C-8A22859D4D02}"/>
          </ac:spMkLst>
        </pc:spChg>
        <pc:spChg chg="del">
          <ac:chgData name="Renan Xavier Cortes" userId="d6af805853004405" providerId="LiveId" clId="{A5B2796D-8AF4-42CF-A6FE-D608612D5E14}" dt="2026-02-03T16:37:43.952" v="2427" actId="478"/>
          <ac:spMkLst>
            <pc:docMk/>
            <pc:sldMk cId="2034169365" sldId="313"/>
            <ac:spMk id="4" creationId="{BE5DADD1-BF26-5062-274C-C4163B621D3F}"/>
          </ac:spMkLst>
        </pc:spChg>
        <pc:spChg chg="mod">
          <ac:chgData name="Renan Xavier Cortes" userId="d6af805853004405" providerId="LiveId" clId="{A5B2796D-8AF4-42CF-A6FE-D608612D5E14}" dt="2026-02-03T16:37:22.974" v="2426" actId="20577"/>
          <ac:spMkLst>
            <pc:docMk/>
            <pc:sldMk cId="2034169365" sldId="313"/>
            <ac:spMk id="8" creationId="{39AE06C5-34BE-4D68-97C3-4C07702C2DF6}"/>
          </ac:spMkLst>
        </pc:spChg>
        <pc:picChg chg="add mod">
          <ac:chgData name="Renan Xavier Cortes" userId="d6af805853004405" providerId="LiveId" clId="{A5B2796D-8AF4-42CF-A6FE-D608612D5E14}" dt="2026-02-03T18:33:30.020" v="2550" actId="1076"/>
          <ac:picMkLst>
            <pc:docMk/>
            <pc:sldMk cId="2034169365" sldId="313"/>
            <ac:picMk id="1026" creationId="{B997C3B1-24E5-13EA-DAE5-B42FD71B9EB8}"/>
          </ac:picMkLst>
        </pc:picChg>
      </pc:sldChg>
      <pc:sldChg chg="delSp modSp add mod">
        <pc:chgData name="Renan Xavier Cortes" userId="d6af805853004405" providerId="LiveId" clId="{A5B2796D-8AF4-42CF-A6FE-D608612D5E14}" dt="2026-02-03T18:35:04.042" v="2581" actId="1076"/>
        <pc:sldMkLst>
          <pc:docMk/>
          <pc:sldMk cId="4275142802" sldId="314"/>
        </pc:sldMkLst>
        <pc:spChg chg="mod">
          <ac:chgData name="Renan Xavier Cortes" userId="d6af805853004405" providerId="LiveId" clId="{A5B2796D-8AF4-42CF-A6FE-D608612D5E14}" dt="2026-02-03T18:35:04.042" v="2581" actId="1076"/>
          <ac:spMkLst>
            <pc:docMk/>
            <pc:sldMk cId="4275142802" sldId="314"/>
            <ac:spMk id="4" creationId="{3DBCF4AB-F4B0-C4FA-097C-8A22859D4D02}"/>
          </ac:spMkLst>
        </pc:spChg>
        <pc:picChg chg="del">
          <ac:chgData name="Renan Xavier Cortes" userId="d6af805853004405" providerId="LiveId" clId="{A5B2796D-8AF4-42CF-A6FE-D608612D5E14}" dt="2026-02-03T18:34:27.729" v="2568" actId="478"/>
          <ac:picMkLst>
            <pc:docMk/>
            <pc:sldMk cId="4275142802" sldId="314"/>
            <ac:picMk id="1026" creationId="{B997C3B1-24E5-13EA-DAE5-B42FD71B9EB8}"/>
          </ac:picMkLst>
        </pc:picChg>
      </pc:sldChg>
      <pc:sldChg chg="addSp delSp modSp add mod">
        <pc:chgData name="Renan Xavier Cortes" userId="d6af805853004405" providerId="LiveId" clId="{A5B2796D-8AF4-42CF-A6FE-D608612D5E14}" dt="2026-02-03T18:38:14.774" v="2599" actId="1076"/>
        <pc:sldMkLst>
          <pc:docMk/>
          <pc:sldMk cId="1591743858" sldId="315"/>
        </pc:sldMkLst>
        <pc:spChg chg="del">
          <ac:chgData name="Renan Xavier Cortes" userId="d6af805853004405" providerId="LiveId" clId="{A5B2796D-8AF4-42CF-A6FE-D608612D5E14}" dt="2026-02-03T18:36:56.244" v="2583" actId="478"/>
          <ac:spMkLst>
            <pc:docMk/>
            <pc:sldMk cId="1591743858" sldId="315"/>
            <ac:spMk id="4" creationId="{3DBCF4AB-F4B0-C4FA-097C-8A22859D4D02}"/>
          </ac:spMkLst>
        </pc:spChg>
        <pc:picChg chg="add mod">
          <ac:chgData name="Renan Xavier Cortes" userId="d6af805853004405" providerId="LiveId" clId="{A5B2796D-8AF4-42CF-A6FE-D608612D5E14}" dt="2026-02-03T18:37:03.274" v="2588" actId="14100"/>
          <ac:picMkLst>
            <pc:docMk/>
            <pc:sldMk cId="1591743858" sldId="315"/>
            <ac:picMk id="6" creationId="{7F3394AC-530F-E0EF-4F9E-C5E6A350019D}"/>
          </ac:picMkLst>
        </pc:picChg>
        <pc:picChg chg="add mod">
          <ac:chgData name="Renan Xavier Cortes" userId="d6af805853004405" providerId="LiveId" clId="{A5B2796D-8AF4-42CF-A6FE-D608612D5E14}" dt="2026-02-03T18:37:36.057" v="2593" actId="1076"/>
          <ac:picMkLst>
            <pc:docMk/>
            <pc:sldMk cId="1591743858" sldId="315"/>
            <ac:picMk id="2050" creationId="{9E0FB8E8-7038-C6BA-3F1A-78A82DEBB6F1}"/>
          </ac:picMkLst>
        </pc:picChg>
        <pc:picChg chg="add mod">
          <ac:chgData name="Renan Xavier Cortes" userId="d6af805853004405" providerId="LiveId" clId="{A5B2796D-8AF4-42CF-A6FE-D608612D5E14}" dt="2026-02-03T18:38:14.774" v="2599" actId="1076"/>
          <ac:picMkLst>
            <pc:docMk/>
            <pc:sldMk cId="1591743858" sldId="315"/>
            <ac:picMk id="2052" creationId="{877AC0EF-8154-9BE4-F2EC-94F48EE6CC2D}"/>
          </ac:picMkLst>
        </pc:picChg>
      </pc:sldChg>
      <pc:sldChg chg="addSp delSp modSp add mod">
        <pc:chgData name="Renan Xavier Cortes" userId="d6af805853004405" providerId="LiveId" clId="{A5B2796D-8AF4-42CF-A6FE-D608612D5E14}" dt="2026-02-08T20:33:55.485" v="2963" actId="20577"/>
        <pc:sldMkLst>
          <pc:docMk/>
          <pc:sldMk cId="3985587075" sldId="316"/>
        </pc:sldMkLst>
        <pc:spChg chg="del">
          <ac:chgData name="Renan Xavier Cortes" userId="d6af805853004405" providerId="LiveId" clId="{A5B2796D-8AF4-42CF-A6FE-D608612D5E14}" dt="2026-02-03T18:51:14.193" v="2645" actId="478"/>
          <ac:spMkLst>
            <pc:docMk/>
            <pc:sldMk cId="3985587075" sldId="316"/>
            <ac:spMk id="4" creationId="{3DBCF4AB-F4B0-C4FA-097C-8A22859D4D02}"/>
          </ac:spMkLst>
        </pc:spChg>
        <pc:spChg chg="add mod">
          <ac:chgData name="Renan Xavier Cortes" userId="d6af805853004405" providerId="LiveId" clId="{A5B2796D-8AF4-42CF-A6FE-D608612D5E14}" dt="2026-02-08T20:30:09.971" v="2750"/>
          <ac:spMkLst>
            <pc:docMk/>
            <pc:sldMk cId="3985587075" sldId="316"/>
            <ac:spMk id="4" creationId="{9529DE3C-C65D-63B6-94EA-31AECBB2C7B9}"/>
          </ac:spMkLst>
        </pc:spChg>
        <pc:spChg chg="add mod">
          <ac:chgData name="Renan Xavier Cortes" userId="d6af805853004405" providerId="LiveId" clId="{A5B2796D-8AF4-42CF-A6FE-D608612D5E14}" dt="2026-02-08T20:33:55.485" v="2963" actId="20577"/>
          <ac:spMkLst>
            <pc:docMk/>
            <pc:sldMk cId="3985587075" sldId="316"/>
            <ac:spMk id="5" creationId="{38F36AAE-AB79-7E67-3118-DC6B8C44A382}"/>
          </ac:spMkLst>
        </pc:spChg>
        <pc:spChg chg="mod">
          <ac:chgData name="Renan Xavier Cortes" userId="d6af805853004405" providerId="LiveId" clId="{A5B2796D-8AF4-42CF-A6FE-D608612D5E14}" dt="2026-02-03T18:43:25.331" v="2644" actId="20577"/>
          <ac:spMkLst>
            <pc:docMk/>
            <pc:sldMk cId="3985587075" sldId="316"/>
            <ac:spMk id="8" creationId="{39AE06C5-34BE-4D68-97C3-4C07702C2DF6}"/>
          </ac:spMkLst>
        </pc:spChg>
      </pc:sldChg>
      <pc:sldChg chg="addSp delSp modSp add mod">
        <pc:chgData name="Renan Xavier Cortes" userId="d6af805853004405" providerId="LiveId" clId="{A5B2796D-8AF4-42CF-A6FE-D608612D5E14}" dt="2026-02-08T20:35:17.202" v="2976" actId="1076"/>
        <pc:sldMkLst>
          <pc:docMk/>
          <pc:sldMk cId="3255030277" sldId="317"/>
        </pc:sldMkLst>
        <pc:spChg chg="del">
          <ac:chgData name="Renan Xavier Cortes" userId="d6af805853004405" providerId="LiveId" clId="{A5B2796D-8AF4-42CF-A6FE-D608612D5E14}" dt="2026-02-08T20:35:15.828" v="2975" actId="478"/>
          <ac:spMkLst>
            <pc:docMk/>
            <pc:sldMk cId="3255030277" sldId="317"/>
            <ac:spMk id="4" creationId="{9529DE3C-C65D-63B6-94EA-31AECBB2C7B9}"/>
          </ac:spMkLst>
        </pc:spChg>
        <pc:spChg chg="del">
          <ac:chgData name="Renan Xavier Cortes" userId="d6af805853004405" providerId="LiveId" clId="{A5B2796D-8AF4-42CF-A6FE-D608612D5E14}" dt="2026-02-08T20:34:05.283" v="2965" actId="478"/>
          <ac:spMkLst>
            <pc:docMk/>
            <pc:sldMk cId="3255030277" sldId="317"/>
            <ac:spMk id="5" creationId="{38F36AAE-AB79-7E67-3118-DC6B8C44A382}"/>
          </ac:spMkLst>
        </pc:spChg>
        <pc:picChg chg="add mod">
          <ac:chgData name="Renan Xavier Cortes" userId="d6af805853004405" providerId="LiveId" clId="{A5B2796D-8AF4-42CF-A6FE-D608612D5E14}" dt="2026-02-08T20:35:17.202" v="2976" actId="1076"/>
          <ac:picMkLst>
            <pc:docMk/>
            <pc:sldMk cId="3255030277" sldId="317"/>
            <ac:picMk id="9" creationId="{7007D4C6-D46D-FDCD-3C98-BA1E1612F935}"/>
          </ac:picMkLst>
        </pc:picChg>
        <pc:picChg chg="add mod">
          <ac:chgData name="Renan Xavier Cortes" userId="d6af805853004405" providerId="LiveId" clId="{A5B2796D-8AF4-42CF-A6FE-D608612D5E14}" dt="2026-02-08T20:35:08.625" v="2972" actId="1076"/>
          <ac:picMkLst>
            <pc:docMk/>
            <pc:sldMk cId="3255030277" sldId="317"/>
            <ac:picMk id="1026" creationId="{B527418F-6E00-F648-ADF3-2F97E5E3B003}"/>
          </ac:picMkLst>
        </pc:picChg>
      </pc:sldChg>
      <pc:sldChg chg="delSp modSp add mod">
        <pc:chgData name="Renan Xavier Cortes" userId="d6af805853004405" providerId="LiveId" clId="{A5B2796D-8AF4-42CF-A6FE-D608612D5E14}" dt="2026-02-08T20:47:23.679" v="3093" actId="1076"/>
        <pc:sldMkLst>
          <pc:docMk/>
          <pc:sldMk cId="1704494031" sldId="318"/>
        </pc:sldMkLst>
        <pc:spChg chg="mod">
          <ac:chgData name="Renan Xavier Cortes" userId="d6af805853004405" providerId="LiveId" clId="{A5B2796D-8AF4-42CF-A6FE-D608612D5E14}" dt="2026-02-08T20:47:23.679" v="3093" actId="1076"/>
          <ac:spMkLst>
            <pc:docMk/>
            <pc:sldMk cId="1704494031" sldId="318"/>
            <ac:spMk id="4" creationId="{3DBCF4AB-F4B0-C4FA-097C-8A22859D4D02}"/>
          </ac:spMkLst>
        </pc:spChg>
        <pc:spChg chg="mod">
          <ac:chgData name="Renan Xavier Cortes" userId="d6af805853004405" providerId="LiveId" clId="{A5B2796D-8AF4-42CF-A6FE-D608612D5E14}" dt="2026-02-08T20:42:08.063" v="3009" actId="1076"/>
          <ac:spMkLst>
            <pc:docMk/>
            <pc:sldMk cId="1704494031" sldId="318"/>
            <ac:spMk id="8" creationId="{39AE06C5-34BE-4D68-97C3-4C07702C2DF6}"/>
          </ac:spMkLst>
        </pc:spChg>
        <pc:picChg chg="del">
          <ac:chgData name="Renan Xavier Cortes" userId="d6af805853004405" providerId="LiveId" clId="{A5B2796D-8AF4-42CF-A6FE-D608612D5E14}" dt="2026-02-08T20:41:06.319" v="2978" actId="478"/>
          <ac:picMkLst>
            <pc:docMk/>
            <pc:sldMk cId="1704494031" sldId="318"/>
            <ac:picMk id="1026" creationId="{B997C3B1-24E5-13EA-DAE5-B42FD71B9EB8}"/>
          </ac:picMkLst>
        </pc:picChg>
      </pc:sldChg>
    </pc:docChg>
  </pc:docChgLst>
  <pc:docChgLst>
    <pc:chgData name="Renan Xavier Cortes" userId="d6af805853004405" providerId="LiveId" clId="{A4277EE5-2EF4-4747-BBA1-CA392BC5D677}"/>
    <pc:docChg chg="undo custSel addSld modSld sldOrd">
      <pc:chgData name="Renan Xavier Cortes" userId="d6af805853004405" providerId="LiveId" clId="{A4277EE5-2EF4-4747-BBA1-CA392BC5D677}" dt="2026-01-27T20:17:59.735" v="782" actId="1076"/>
      <pc:docMkLst>
        <pc:docMk/>
      </pc:docMkLst>
      <pc:sldChg chg="modSp mod">
        <pc:chgData name="Renan Xavier Cortes" userId="d6af805853004405" providerId="LiveId" clId="{A4277EE5-2EF4-4747-BBA1-CA392BC5D677}" dt="2026-01-22T13:32:22.905" v="12" actId="20577"/>
        <pc:sldMkLst>
          <pc:docMk/>
          <pc:sldMk cId="193773268" sldId="256"/>
        </pc:sldMkLst>
        <pc:spChg chg="mod">
          <ac:chgData name="Renan Xavier Cortes" userId="d6af805853004405" providerId="LiveId" clId="{A4277EE5-2EF4-4747-BBA1-CA392BC5D677}" dt="2026-01-22T13:32:22.905" v="12" actId="20577"/>
          <ac:spMkLst>
            <pc:docMk/>
            <pc:sldMk cId="193773268" sldId="256"/>
            <ac:spMk id="4" creationId="{D49A408B-D762-44A8-8FB9-8DC0FA83E7C6}"/>
          </ac:spMkLst>
        </pc:spChg>
      </pc:sldChg>
      <pc:sldChg chg="addSp modSp mod">
        <pc:chgData name="Renan Xavier Cortes" userId="d6af805853004405" providerId="LiveId" clId="{A4277EE5-2EF4-4747-BBA1-CA392BC5D677}" dt="2026-01-27T20:00:34.363" v="712" actId="1076"/>
        <pc:sldMkLst>
          <pc:docMk/>
          <pc:sldMk cId="1859719164" sldId="259"/>
        </pc:sldMkLst>
        <pc:spChg chg="add mod">
          <ac:chgData name="Renan Xavier Cortes" userId="d6af805853004405" providerId="LiveId" clId="{A4277EE5-2EF4-4747-BBA1-CA392BC5D677}" dt="2026-01-27T20:00:34.363" v="712" actId="1076"/>
          <ac:spMkLst>
            <pc:docMk/>
            <pc:sldMk cId="1859719164" sldId="259"/>
            <ac:spMk id="4" creationId="{87249BF7-3572-1EF7-C5D9-0169AD177983}"/>
          </ac:spMkLst>
        </pc:spChg>
        <pc:spChg chg="mod">
          <ac:chgData name="Renan Xavier Cortes" userId="d6af805853004405" providerId="LiveId" clId="{A4277EE5-2EF4-4747-BBA1-CA392BC5D677}" dt="2026-01-27T19:55:34.111" v="701" actId="1076"/>
          <ac:spMkLst>
            <pc:docMk/>
            <pc:sldMk cId="1859719164" sldId="259"/>
            <ac:spMk id="14" creationId="{427DBFEB-81BF-4CC3-A411-FBF43D295C56}"/>
          </ac:spMkLst>
        </pc:spChg>
      </pc:sldChg>
      <pc:sldChg chg="addSp modSp mod">
        <pc:chgData name="Renan Xavier Cortes" userId="d6af805853004405" providerId="LiveId" clId="{A4277EE5-2EF4-4747-BBA1-CA392BC5D677}" dt="2026-01-27T19:55:38.738" v="702" actId="20577"/>
        <pc:sldMkLst>
          <pc:docMk/>
          <pc:sldMk cId="2921823341" sldId="260"/>
        </pc:sldMkLst>
        <pc:spChg chg="mod">
          <ac:chgData name="Renan Xavier Cortes" userId="d6af805853004405" providerId="LiveId" clId="{A4277EE5-2EF4-4747-BBA1-CA392BC5D677}" dt="2026-01-27T19:55:38.738" v="702" actId="20577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7T12:30:13.487" v="621" actId="20577"/>
          <ac:spMkLst>
            <pc:docMk/>
            <pc:sldMk cId="2921823341" sldId="260"/>
            <ac:spMk id="14" creationId="{427DBFEB-81BF-4CC3-A411-FBF43D295C56}"/>
          </ac:spMkLst>
        </pc:spChg>
        <pc:picChg chg="add mod">
          <ac:chgData name="Renan Xavier Cortes" userId="d6af805853004405" providerId="LiveId" clId="{A4277EE5-2EF4-4747-BBA1-CA392BC5D677}" dt="2026-01-26T18:25:29.798" v="190" actId="1076"/>
          <ac:picMkLst>
            <pc:docMk/>
            <pc:sldMk cId="2921823341" sldId="260"/>
            <ac:picMk id="4" creationId="{2ECD04C3-CFAF-0324-68EB-D5C3DA0DE51F}"/>
          </ac:picMkLst>
        </pc:picChg>
      </pc:sldChg>
      <pc:sldChg chg="addSp delSp modSp add mod">
        <pc:chgData name="Renan Xavier Cortes" userId="d6af805853004405" providerId="LiveId" clId="{A4277EE5-2EF4-4747-BBA1-CA392BC5D677}" dt="2026-01-27T19:55:41.794" v="703" actId="20577"/>
        <pc:sldMkLst>
          <pc:docMk/>
          <pc:sldMk cId="4009157315" sldId="261"/>
        </pc:sldMkLst>
        <pc:spChg chg="add">
          <ac:chgData name="Renan Xavier Cortes" userId="d6af805853004405" providerId="LiveId" clId="{A4277EE5-2EF4-4747-BBA1-CA392BC5D677}" dt="2026-01-26T18:24:27.792" v="181"/>
          <ac:spMkLst>
            <pc:docMk/>
            <pc:sldMk cId="4009157315" sldId="261"/>
            <ac:spMk id="4" creationId="{6DA6D5C0-531A-0796-F53B-A5492206BDA1}"/>
          </ac:spMkLst>
        </pc:spChg>
        <pc:spChg chg="mod">
          <ac:chgData name="Renan Xavier Cortes" userId="d6af805853004405" providerId="LiveId" clId="{A4277EE5-2EF4-4747-BBA1-CA392BC5D677}" dt="2026-01-27T19:55:41.794" v="703" actId="20577"/>
          <ac:spMkLst>
            <pc:docMk/>
            <pc:sldMk cId="4009157315" sldId="261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6T18:28:50.556" v="261" actId="1076"/>
          <ac:spMkLst>
            <pc:docMk/>
            <pc:sldMk cId="4009157315" sldId="261"/>
            <ac:spMk id="14" creationId="{427DBFEB-81BF-4CC3-A411-FBF43D295C56}"/>
          </ac:spMkLst>
        </pc:spChg>
        <pc:picChg chg="add del mod">
          <ac:chgData name="Renan Xavier Cortes" userId="d6af805853004405" providerId="LiveId" clId="{A4277EE5-2EF4-4747-BBA1-CA392BC5D677}" dt="2026-01-26T18:29:26.845" v="266" actId="478"/>
          <ac:picMkLst>
            <pc:docMk/>
            <pc:sldMk cId="4009157315" sldId="261"/>
            <ac:picMk id="6" creationId="{B1872465-F523-029C-E075-EF1EB17E0183}"/>
          </ac:picMkLst>
        </pc:picChg>
        <pc:picChg chg="add mod">
          <ac:chgData name="Renan Xavier Cortes" userId="d6af805853004405" providerId="LiveId" clId="{A4277EE5-2EF4-4747-BBA1-CA392BC5D677}" dt="2026-01-26T18:29:34.921" v="270" actId="1076"/>
          <ac:picMkLst>
            <pc:docMk/>
            <pc:sldMk cId="4009157315" sldId="261"/>
            <ac:picMk id="10" creationId="{AC895CA6-530E-5D97-B9D6-6CC4B0290730}"/>
          </ac:picMkLst>
        </pc:picChg>
        <pc:picChg chg="add del mod">
          <ac:chgData name="Renan Xavier Cortes" userId="d6af805853004405" providerId="LiveId" clId="{A4277EE5-2EF4-4747-BBA1-CA392BC5D677}" dt="2026-01-26T18:25:33.122" v="191" actId="478"/>
          <ac:picMkLst>
            <pc:docMk/>
            <pc:sldMk cId="4009157315" sldId="261"/>
            <ac:picMk id="1028" creationId="{4C5574EE-108E-F593-C983-10372F65D0A0}"/>
          </ac:picMkLst>
        </pc:picChg>
      </pc:sldChg>
      <pc:sldChg chg="addSp delSp modSp add mod">
        <pc:chgData name="Renan Xavier Cortes" userId="d6af805853004405" providerId="LiveId" clId="{A4277EE5-2EF4-4747-BBA1-CA392BC5D677}" dt="2026-01-27T19:55:44.753" v="704" actId="20577"/>
        <pc:sldMkLst>
          <pc:docMk/>
          <pc:sldMk cId="2258658534" sldId="262"/>
        </pc:sldMkLst>
        <pc:spChg chg="mod">
          <ac:chgData name="Renan Xavier Cortes" userId="d6af805853004405" providerId="LiveId" clId="{A4277EE5-2EF4-4747-BBA1-CA392BC5D677}" dt="2026-01-27T19:55:44.753" v="704" actId="20577"/>
          <ac:spMkLst>
            <pc:docMk/>
            <pc:sldMk cId="2258658534" sldId="262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6T18:28:54.479" v="262" actId="1076"/>
          <ac:spMkLst>
            <pc:docMk/>
            <pc:sldMk cId="2258658534" sldId="262"/>
            <ac:spMk id="14" creationId="{427DBFEB-81BF-4CC3-A411-FBF43D295C56}"/>
          </ac:spMkLst>
        </pc:spChg>
        <pc:picChg chg="add mod">
          <ac:chgData name="Renan Xavier Cortes" userId="d6af805853004405" providerId="LiveId" clId="{A4277EE5-2EF4-4747-BBA1-CA392BC5D677}" dt="2026-01-26T18:29:02.154" v="265" actId="1076"/>
          <ac:picMkLst>
            <pc:docMk/>
            <pc:sldMk cId="2258658534" sldId="262"/>
            <ac:picMk id="5" creationId="{AE5F8CCC-D9FC-CC11-4349-AD81AAA3BEC2}"/>
          </ac:picMkLst>
        </pc:picChg>
        <pc:picChg chg="del">
          <ac:chgData name="Renan Xavier Cortes" userId="d6af805853004405" providerId="LiveId" clId="{A4277EE5-2EF4-4747-BBA1-CA392BC5D677}" dt="2026-01-26T18:28:40.592" v="257" actId="478"/>
          <ac:picMkLst>
            <pc:docMk/>
            <pc:sldMk cId="2258658534" sldId="262"/>
            <ac:picMk id="6" creationId="{B1872465-F523-029C-E075-EF1EB17E0183}"/>
          </ac:picMkLst>
        </pc:picChg>
      </pc:sldChg>
      <pc:sldChg chg="addSp delSp modSp add mod">
        <pc:chgData name="Renan Xavier Cortes" userId="d6af805853004405" providerId="LiveId" clId="{A4277EE5-2EF4-4747-BBA1-CA392BC5D677}" dt="2026-01-27T19:55:49.194" v="705" actId="20577"/>
        <pc:sldMkLst>
          <pc:docMk/>
          <pc:sldMk cId="1909341641" sldId="263"/>
        </pc:sldMkLst>
        <pc:spChg chg="add mod">
          <ac:chgData name="Renan Xavier Cortes" userId="d6af805853004405" providerId="LiveId" clId="{A4277EE5-2EF4-4747-BBA1-CA392BC5D677}" dt="2026-01-26T18:49:26.126" v="470" actId="1076"/>
          <ac:spMkLst>
            <pc:docMk/>
            <pc:sldMk cId="1909341641" sldId="263"/>
            <ac:spMk id="4" creationId="{2E5D54EF-8EDF-9221-C3F8-EC312E34F55E}"/>
          </ac:spMkLst>
        </pc:spChg>
        <pc:spChg chg="add mod">
          <ac:chgData name="Renan Xavier Cortes" userId="d6af805853004405" providerId="LiveId" clId="{A4277EE5-2EF4-4747-BBA1-CA392BC5D677}" dt="2026-01-26T18:49:26.126" v="470" actId="1076"/>
          <ac:spMkLst>
            <pc:docMk/>
            <pc:sldMk cId="1909341641" sldId="263"/>
            <ac:spMk id="6" creationId="{2DFB554A-8CC3-D666-D47B-5E362ACD22B9}"/>
          </ac:spMkLst>
        </pc:spChg>
        <pc:spChg chg="mod">
          <ac:chgData name="Renan Xavier Cortes" userId="d6af805853004405" providerId="LiveId" clId="{A4277EE5-2EF4-4747-BBA1-CA392BC5D677}" dt="2026-01-27T19:55:49.194" v="705" actId="20577"/>
          <ac:spMkLst>
            <pc:docMk/>
            <pc:sldMk cId="1909341641" sldId="263"/>
            <ac:spMk id="8" creationId="{39AE06C5-34BE-4D68-97C3-4C07702C2DF6}"/>
          </ac:spMkLst>
        </pc:spChg>
        <pc:spChg chg="mod">
          <ac:chgData name="Renan Xavier Cortes" userId="d6af805853004405" providerId="LiveId" clId="{A4277EE5-2EF4-4747-BBA1-CA392BC5D677}" dt="2026-01-26T18:49:26.126" v="470" actId="1076"/>
          <ac:spMkLst>
            <pc:docMk/>
            <pc:sldMk cId="1909341641" sldId="263"/>
            <ac:spMk id="14" creationId="{427DBFEB-81BF-4CC3-A411-FBF43D295C56}"/>
          </ac:spMkLst>
        </pc:spChg>
        <pc:picChg chg="del">
          <ac:chgData name="Renan Xavier Cortes" userId="d6af805853004405" providerId="LiveId" clId="{A4277EE5-2EF4-4747-BBA1-CA392BC5D677}" dt="2026-01-26T18:29:40.656" v="272" actId="478"/>
          <ac:picMkLst>
            <pc:docMk/>
            <pc:sldMk cId="1909341641" sldId="263"/>
            <ac:picMk id="5" creationId="{AE5F8CCC-D9FC-CC11-4349-AD81AAA3BEC2}"/>
          </ac:picMkLst>
        </pc:picChg>
      </pc:sldChg>
      <pc:sldChg chg="addSp delSp modSp add mod ord">
        <pc:chgData name="Renan Xavier Cortes" userId="d6af805853004405" providerId="LiveId" clId="{A4277EE5-2EF4-4747-BBA1-CA392BC5D677}" dt="2026-01-27T20:16:50.167" v="770" actId="14100"/>
        <pc:sldMkLst>
          <pc:docMk/>
          <pc:sldMk cId="3461455159" sldId="264"/>
        </pc:sldMkLst>
        <pc:spChg chg="add mod">
          <ac:chgData name="Renan Xavier Cortes" userId="d6af805853004405" providerId="LiveId" clId="{A4277EE5-2EF4-4747-BBA1-CA392BC5D677}" dt="2026-01-27T19:59:18.305" v="711" actId="403"/>
          <ac:spMkLst>
            <pc:docMk/>
            <pc:sldMk cId="3461455159" sldId="264"/>
            <ac:spMk id="5" creationId="{462A550A-2F15-4636-BB02-A7AFDEC69830}"/>
          </ac:spMkLst>
        </pc:spChg>
        <pc:spChg chg="mod">
          <ac:chgData name="Renan Xavier Cortes" userId="d6af805853004405" providerId="LiveId" clId="{A4277EE5-2EF4-4747-BBA1-CA392BC5D677}" dt="2026-01-27T19:55:53.482" v="706" actId="20577"/>
          <ac:spMkLst>
            <pc:docMk/>
            <pc:sldMk cId="3461455159" sldId="264"/>
            <ac:spMk id="8" creationId="{39AE06C5-34BE-4D68-97C3-4C07702C2DF6}"/>
          </ac:spMkLst>
        </pc:spChg>
        <pc:spChg chg="del mod">
          <ac:chgData name="Renan Xavier Cortes" userId="d6af805853004405" providerId="LiveId" clId="{A4277EE5-2EF4-4747-BBA1-CA392BC5D677}" dt="2026-01-27T19:32:29.982" v="694" actId="478"/>
          <ac:spMkLst>
            <pc:docMk/>
            <pc:sldMk cId="3461455159" sldId="264"/>
            <ac:spMk id="14" creationId="{427DBFEB-81BF-4CC3-A411-FBF43D295C56}"/>
          </ac:spMkLst>
        </pc:spChg>
        <pc:picChg chg="del">
          <ac:chgData name="Renan Xavier Cortes" userId="d6af805853004405" providerId="LiveId" clId="{A4277EE5-2EF4-4747-BBA1-CA392BC5D677}" dt="2026-01-27T19:28:00.632" v="623" actId="478"/>
          <ac:picMkLst>
            <pc:docMk/>
            <pc:sldMk cId="3461455159" sldId="264"/>
            <ac:picMk id="4" creationId="{2ECD04C3-CFAF-0324-68EB-D5C3DA0DE51F}"/>
          </ac:picMkLst>
        </pc:picChg>
        <pc:picChg chg="add del mod">
          <ac:chgData name="Renan Xavier Cortes" userId="d6af805853004405" providerId="LiveId" clId="{A4277EE5-2EF4-4747-BBA1-CA392BC5D677}" dt="2026-01-27T20:07:33.849" v="733" actId="478"/>
          <ac:picMkLst>
            <pc:docMk/>
            <pc:sldMk cId="3461455159" sldId="264"/>
            <ac:picMk id="9" creationId="{DB0C3A4B-E646-9755-88FC-E2E771B3C631}"/>
          </ac:picMkLst>
        </pc:picChg>
        <pc:picChg chg="add mod">
          <ac:chgData name="Renan Xavier Cortes" userId="d6af805853004405" providerId="LiveId" clId="{A4277EE5-2EF4-4747-BBA1-CA392BC5D677}" dt="2026-01-27T20:15:57.611" v="757" actId="1076"/>
          <ac:picMkLst>
            <pc:docMk/>
            <pc:sldMk cId="3461455159" sldId="264"/>
            <ac:picMk id="11" creationId="{E70E8938-816E-96D5-3D90-4A9A5E8C0172}"/>
          </ac:picMkLst>
        </pc:picChg>
        <pc:picChg chg="add mod">
          <ac:chgData name="Renan Xavier Cortes" userId="d6af805853004405" providerId="LiveId" clId="{A4277EE5-2EF4-4747-BBA1-CA392BC5D677}" dt="2026-01-27T20:15:26.534" v="748"/>
          <ac:picMkLst>
            <pc:docMk/>
            <pc:sldMk cId="3461455159" sldId="264"/>
            <ac:picMk id="12" creationId="{0B47C1E1-03D9-ED60-4E23-13F4EA0FB231}"/>
          </ac:picMkLst>
        </pc:picChg>
        <pc:picChg chg="add mod">
          <ac:chgData name="Renan Xavier Cortes" userId="d6af805853004405" providerId="LiveId" clId="{A4277EE5-2EF4-4747-BBA1-CA392BC5D677}" dt="2026-01-27T20:15:26.534" v="748"/>
          <ac:picMkLst>
            <pc:docMk/>
            <pc:sldMk cId="3461455159" sldId="264"/>
            <ac:picMk id="13" creationId="{49A2C581-1E65-C7D6-94C3-75286C7A39CD}"/>
          </ac:picMkLst>
        </pc:picChg>
        <pc:picChg chg="add mod">
          <ac:chgData name="Renan Xavier Cortes" userId="d6af805853004405" providerId="LiveId" clId="{A4277EE5-2EF4-4747-BBA1-CA392BC5D677}" dt="2026-01-27T20:15:26.534" v="748"/>
          <ac:picMkLst>
            <pc:docMk/>
            <pc:sldMk cId="3461455159" sldId="264"/>
            <ac:picMk id="15" creationId="{4DCEA58F-B876-5015-1187-521DA70C8835}"/>
          </ac:picMkLst>
        </pc:picChg>
        <pc:cxnChg chg="add mod">
          <ac:chgData name="Renan Xavier Cortes" userId="d6af805853004405" providerId="LiveId" clId="{A4277EE5-2EF4-4747-BBA1-CA392BC5D677}" dt="2026-01-27T20:16:33.532" v="764" actId="692"/>
          <ac:cxnSpMkLst>
            <pc:docMk/>
            <pc:sldMk cId="3461455159" sldId="264"/>
            <ac:cxnSpMk id="17" creationId="{E7106CB5-7F89-F4D2-44B0-0E81A2C67196}"/>
          </ac:cxnSpMkLst>
        </pc:cxnChg>
        <pc:cxnChg chg="add mod">
          <ac:chgData name="Renan Xavier Cortes" userId="d6af805853004405" providerId="LiveId" clId="{A4277EE5-2EF4-4747-BBA1-CA392BC5D677}" dt="2026-01-27T20:16:41.923" v="767" actId="14100"/>
          <ac:cxnSpMkLst>
            <pc:docMk/>
            <pc:sldMk cId="3461455159" sldId="264"/>
            <ac:cxnSpMk id="19" creationId="{F071B6CF-B542-8813-12E5-A73F8810C3DC}"/>
          </ac:cxnSpMkLst>
        </pc:cxnChg>
        <pc:cxnChg chg="add mod">
          <ac:chgData name="Renan Xavier Cortes" userId="d6af805853004405" providerId="LiveId" clId="{A4277EE5-2EF4-4747-BBA1-CA392BC5D677}" dt="2026-01-27T20:16:50.167" v="770" actId="14100"/>
          <ac:cxnSpMkLst>
            <pc:docMk/>
            <pc:sldMk cId="3461455159" sldId="264"/>
            <ac:cxnSpMk id="21" creationId="{005A54FA-7973-EE1A-E4E0-3ECC838842B5}"/>
          </ac:cxnSpMkLst>
        </pc:cxnChg>
      </pc:sldChg>
      <pc:sldChg chg="addSp modSp add mod ord">
        <pc:chgData name="Renan Xavier Cortes" userId="d6af805853004405" providerId="LiveId" clId="{A4277EE5-2EF4-4747-BBA1-CA392BC5D677}" dt="2026-01-27T20:08:23.006" v="745" actId="1076"/>
        <pc:sldMkLst>
          <pc:docMk/>
          <pc:sldMk cId="642666008" sldId="265"/>
        </pc:sldMkLst>
        <pc:picChg chg="mod">
          <ac:chgData name="Renan Xavier Cortes" userId="d6af805853004405" providerId="LiveId" clId="{A4277EE5-2EF4-4747-BBA1-CA392BC5D677}" dt="2026-01-27T20:05:00.518" v="715" actId="1076"/>
          <ac:picMkLst>
            <pc:docMk/>
            <pc:sldMk cId="642666008" sldId="265"/>
            <ac:picMk id="9" creationId="{DB0C3A4B-E646-9755-88FC-E2E771B3C631}"/>
          </ac:picMkLst>
        </pc:picChg>
        <pc:picChg chg="add mod">
          <ac:chgData name="Renan Xavier Cortes" userId="d6af805853004405" providerId="LiveId" clId="{A4277EE5-2EF4-4747-BBA1-CA392BC5D677}" dt="2026-01-27T20:08:23.006" v="745" actId="1076"/>
          <ac:picMkLst>
            <pc:docMk/>
            <pc:sldMk cId="642666008" sldId="265"/>
            <ac:picMk id="2050" creationId="{A76A00DB-272A-A4A1-FFDF-8E789AAEC8A9}"/>
          </ac:picMkLst>
        </pc:picChg>
        <pc:picChg chg="add mod">
          <ac:chgData name="Renan Xavier Cortes" userId="d6af805853004405" providerId="LiveId" clId="{A4277EE5-2EF4-4747-BBA1-CA392BC5D677}" dt="2026-01-27T20:08:18.263" v="741" actId="1076"/>
          <ac:picMkLst>
            <pc:docMk/>
            <pc:sldMk cId="642666008" sldId="265"/>
            <ac:picMk id="2052" creationId="{5BE793D9-65ED-0915-373B-768C5008C1E4}"/>
          </ac:picMkLst>
        </pc:picChg>
        <pc:picChg chg="add mod">
          <ac:chgData name="Renan Xavier Cortes" userId="d6af805853004405" providerId="LiveId" clId="{A4277EE5-2EF4-4747-BBA1-CA392BC5D677}" dt="2026-01-27T20:08:19.094" v="742" actId="1076"/>
          <ac:picMkLst>
            <pc:docMk/>
            <pc:sldMk cId="642666008" sldId="265"/>
            <ac:picMk id="2054" creationId="{89BCE7AE-79CC-B98A-709D-6994CB4CB0A9}"/>
          </ac:picMkLst>
        </pc:picChg>
      </pc:sldChg>
      <pc:sldChg chg="addSp delSp modSp add mod">
        <pc:chgData name="Renan Xavier Cortes" userId="d6af805853004405" providerId="LiveId" clId="{A4277EE5-2EF4-4747-BBA1-CA392BC5D677}" dt="2026-01-27T20:17:59.735" v="782" actId="1076"/>
        <pc:sldMkLst>
          <pc:docMk/>
          <pc:sldMk cId="1505505064" sldId="266"/>
        </pc:sldMkLst>
        <pc:picChg chg="add mod">
          <ac:chgData name="Renan Xavier Cortes" userId="d6af805853004405" providerId="LiveId" clId="{A4277EE5-2EF4-4747-BBA1-CA392BC5D677}" dt="2026-01-27T20:17:47.922" v="779" actId="1076"/>
          <ac:picMkLst>
            <pc:docMk/>
            <pc:sldMk cId="1505505064" sldId="266"/>
            <ac:picMk id="6" creationId="{C5548243-DC20-19F6-0CF6-F0423F5A8455}"/>
          </ac:picMkLst>
        </pc:picChg>
        <pc:picChg chg="del">
          <ac:chgData name="Renan Xavier Cortes" userId="d6af805853004405" providerId="LiveId" clId="{A4277EE5-2EF4-4747-BBA1-CA392BC5D677}" dt="2026-01-27T20:17:23.387" v="771" actId="478"/>
          <ac:picMkLst>
            <pc:docMk/>
            <pc:sldMk cId="1505505064" sldId="266"/>
            <ac:picMk id="9" creationId="{DB0C3A4B-E646-9755-88FC-E2E771B3C631}"/>
          </ac:picMkLst>
        </pc:picChg>
        <pc:picChg chg="add mod">
          <ac:chgData name="Renan Xavier Cortes" userId="d6af805853004405" providerId="LiveId" clId="{A4277EE5-2EF4-4747-BBA1-CA392BC5D677}" dt="2026-01-27T20:17:59.735" v="782" actId="1076"/>
          <ac:picMkLst>
            <pc:docMk/>
            <pc:sldMk cId="1505505064" sldId="266"/>
            <ac:picMk id="10" creationId="{F35CA17B-F311-5078-6080-8240A044989A}"/>
          </ac:picMkLst>
        </pc:picChg>
      </pc:sldChg>
      <pc:sldChg chg="add">
        <pc:chgData name="Renan Xavier Cortes" userId="d6af805853004405" providerId="LiveId" clId="{A4277EE5-2EF4-4747-BBA1-CA392BC5D677}" dt="2026-01-27T20:17:27.281" v="772"/>
        <pc:sldMkLst>
          <pc:docMk/>
          <pc:sldMk cId="3317163073" sldId="267"/>
        </pc:sldMkLst>
      </pc:sldChg>
      <pc:sldChg chg="add">
        <pc:chgData name="Renan Xavier Cortes" userId="d6af805853004405" providerId="LiveId" clId="{A4277EE5-2EF4-4747-BBA1-CA392BC5D677}" dt="2026-01-27T20:17:27.434" v="773"/>
        <pc:sldMkLst>
          <pc:docMk/>
          <pc:sldMk cId="2980355205" sldId="268"/>
        </pc:sldMkLst>
      </pc:sldChg>
      <pc:sldChg chg="add">
        <pc:chgData name="Renan Xavier Cortes" userId="d6af805853004405" providerId="LiveId" clId="{A4277EE5-2EF4-4747-BBA1-CA392BC5D677}" dt="2026-01-27T20:17:27.590" v="774"/>
        <pc:sldMkLst>
          <pc:docMk/>
          <pc:sldMk cId="2071912024" sldId="269"/>
        </pc:sldMkLst>
      </pc:sldChg>
      <pc:sldChg chg="add">
        <pc:chgData name="Renan Xavier Cortes" userId="d6af805853004405" providerId="LiveId" clId="{A4277EE5-2EF4-4747-BBA1-CA392BC5D677}" dt="2026-01-27T20:17:27.751" v="775"/>
        <pc:sldMkLst>
          <pc:docMk/>
          <pc:sldMk cId="3116196247" sldId="270"/>
        </pc:sldMkLst>
      </pc:sldChg>
    </pc:docChg>
  </pc:docChgLst>
  <pc:docChgLst>
    <pc:chgData name="Renan Xavier Cortes" userId="d6af805853004405" providerId="LiveId" clId="{0BA8E8E9-B125-48E7-99E5-FF2AE049C70B}"/>
    <pc:docChg chg="undo custSel addSld delSld modSld sldOrd">
      <pc:chgData name="Renan Xavier Cortes" userId="d6af805853004405" providerId="LiveId" clId="{0BA8E8E9-B125-48E7-99E5-FF2AE049C70B}" dt="2026-01-30T19:14:24.953" v="1119" actId="14100"/>
      <pc:docMkLst>
        <pc:docMk/>
      </pc:docMkLst>
      <pc:sldChg chg="modSp mod ord">
        <pc:chgData name="Renan Xavier Cortes" userId="d6af805853004405" providerId="LiveId" clId="{0BA8E8E9-B125-48E7-99E5-FF2AE049C70B}" dt="2026-01-30T16:13:20.153" v="185"/>
        <pc:sldMkLst>
          <pc:docMk/>
          <pc:sldMk cId="2921823341" sldId="260"/>
        </pc:sldMkLst>
        <pc:spChg chg="mod">
          <ac:chgData name="Renan Xavier Cortes" userId="d6af805853004405" providerId="LiveId" clId="{0BA8E8E9-B125-48E7-99E5-FF2AE049C70B}" dt="2026-01-30T16:12:35.170" v="183" actId="20577"/>
          <ac:spMkLst>
            <pc:docMk/>
            <pc:sldMk cId="2921823341" sldId="260"/>
            <ac:spMk id="14" creationId="{427DBFEB-81BF-4CC3-A411-FBF43D295C56}"/>
          </ac:spMkLst>
        </pc:spChg>
        <pc:picChg chg="mod">
          <ac:chgData name="Renan Xavier Cortes" userId="d6af805853004405" providerId="LiveId" clId="{0BA8E8E9-B125-48E7-99E5-FF2AE049C70B}" dt="2026-01-30T16:12:22.967" v="181" actId="1076"/>
          <ac:picMkLst>
            <pc:docMk/>
            <pc:sldMk cId="2921823341" sldId="260"/>
            <ac:picMk id="4" creationId="{2ECD04C3-CFAF-0324-68EB-D5C3DA0DE51F}"/>
          </ac:picMkLst>
        </pc:picChg>
      </pc:sldChg>
      <pc:sldChg chg="addSp delSp modSp mod">
        <pc:chgData name="Renan Xavier Cortes" userId="d6af805853004405" providerId="LiveId" clId="{0BA8E8E9-B125-48E7-99E5-FF2AE049C70B}" dt="2026-01-30T16:16:24.008" v="193" actId="478"/>
        <pc:sldMkLst>
          <pc:docMk/>
          <pc:sldMk cId="642666008" sldId="265"/>
        </pc:sldMkLst>
        <pc:picChg chg="add del mod">
          <ac:chgData name="Renan Xavier Cortes" userId="d6af805853004405" providerId="LiveId" clId="{0BA8E8E9-B125-48E7-99E5-FF2AE049C70B}" dt="2026-01-30T16:16:23.654" v="192" actId="22"/>
          <ac:picMkLst>
            <pc:docMk/>
            <pc:sldMk cId="642666008" sldId="265"/>
            <ac:picMk id="6" creationId="{68492A43-247D-7C83-1CCD-DD56ADA42190}"/>
          </ac:picMkLst>
        </pc:picChg>
        <pc:picChg chg="add del">
          <ac:chgData name="Renan Xavier Cortes" userId="d6af805853004405" providerId="LiveId" clId="{0BA8E8E9-B125-48E7-99E5-FF2AE049C70B}" dt="2026-01-30T16:16:24.008" v="193" actId="478"/>
          <ac:picMkLst>
            <pc:docMk/>
            <pc:sldMk cId="642666008" sldId="265"/>
            <ac:picMk id="9" creationId="{DB0C3A4B-E646-9755-88FC-E2E771B3C631}"/>
          </ac:picMkLst>
        </pc:picChg>
      </pc:sldChg>
      <pc:sldChg chg="addSp modSp mod">
        <pc:chgData name="Renan Xavier Cortes" userId="d6af805853004405" providerId="LiveId" clId="{0BA8E8E9-B125-48E7-99E5-FF2AE049C70B}" dt="2026-01-30T16:29:44.402" v="214" actId="1076"/>
        <pc:sldMkLst>
          <pc:docMk/>
          <pc:sldMk cId="3317163073" sldId="267"/>
        </pc:sldMkLst>
        <pc:picChg chg="add mod">
          <ac:chgData name="Renan Xavier Cortes" userId="d6af805853004405" providerId="LiveId" clId="{0BA8E8E9-B125-48E7-99E5-FF2AE049C70B}" dt="2026-01-30T16:29:44.402" v="214" actId="1076"/>
          <ac:picMkLst>
            <pc:docMk/>
            <pc:sldMk cId="3317163073" sldId="267"/>
            <ac:picMk id="6" creationId="{EF0E9E02-B6BD-7150-1857-726D91D6A221}"/>
          </ac:picMkLst>
        </pc:picChg>
      </pc:sldChg>
      <pc:sldChg chg="addSp delSp modSp mod">
        <pc:chgData name="Renan Xavier Cortes" userId="d6af805853004405" providerId="LiveId" clId="{0BA8E8E9-B125-48E7-99E5-FF2AE049C70B}" dt="2026-01-30T16:32:59.773" v="246" actId="14100"/>
        <pc:sldMkLst>
          <pc:docMk/>
          <pc:sldMk cId="2980355205" sldId="268"/>
        </pc:sldMkLst>
        <pc:picChg chg="add mod">
          <ac:chgData name="Renan Xavier Cortes" userId="d6af805853004405" providerId="LiveId" clId="{0BA8E8E9-B125-48E7-99E5-FF2AE049C70B}" dt="2026-01-30T16:31:24.081" v="220" actId="1076"/>
          <ac:picMkLst>
            <pc:docMk/>
            <pc:sldMk cId="2980355205" sldId="268"/>
            <ac:picMk id="6" creationId="{C690F61B-5402-166B-8F74-D9367B042B4D}"/>
          </ac:picMkLst>
        </pc:picChg>
        <pc:picChg chg="add mod">
          <ac:chgData name="Renan Xavier Cortes" userId="d6af805853004405" providerId="LiveId" clId="{0BA8E8E9-B125-48E7-99E5-FF2AE049C70B}" dt="2026-01-30T16:32:33.909" v="236" actId="1076"/>
          <ac:picMkLst>
            <pc:docMk/>
            <pc:sldMk cId="2980355205" sldId="268"/>
            <ac:picMk id="9" creationId="{8FD909AA-C2A9-23D4-E024-5E3A34868A1A}"/>
          </ac:picMkLst>
        </pc:picChg>
        <pc:picChg chg="add mod">
          <ac:chgData name="Renan Xavier Cortes" userId="d6af805853004405" providerId="LiveId" clId="{0BA8E8E9-B125-48E7-99E5-FF2AE049C70B}" dt="2026-01-30T16:32:17.021" v="230" actId="1076"/>
          <ac:picMkLst>
            <pc:docMk/>
            <pc:sldMk cId="2980355205" sldId="268"/>
            <ac:picMk id="11" creationId="{4AF7500E-0FD6-9D18-E265-F8976B0BE761}"/>
          </ac:picMkLst>
        </pc:picChg>
        <pc:picChg chg="add mod">
          <ac:chgData name="Renan Xavier Cortes" userId="d6af805853004405" providerId="LiveId" clId="{0BA8E8E9-B125-48E7-99E5-FF2AE049C70B}" dt="2026-01-30T16:32:34.945" v="237" actId="1076"/>
          <ac:picMkLst>
            <pc:docMk/>
            <pc:sldMk cId="2980355205" sldId="268"/>
            <ac:picMk id="12" creationId="{6D6A8C76-15A1-24C1-032F-00139C420C3E}"/>
          </ac:picMkLst>
        </pc:picChg>
        <pc:picChg chg="add mod">
          <ac:chgData name="Renan Xavier Cortes" userId="d6af805853004405" providerId="LiveId" clId="{0BA8E8E9-B125-48E7-99E5-FF2AE049C70B}" dt="2026-01-30T16:32:29.494" v="234" actId="1076"/>
          <ac:picMkLst>
            <pc:docMk/>
            <pc:sldMk cId="2980355205" sldId="268"/>
            <ac:picMk id="13" creationId="{9A57801E-AA5A-2D69-C84B-123ADCF4A192}"/>
          </ac:picMkLst>
        </pc:picChg>
        <pc:picChg chg="add mod">
          <ac:chgData name="Renan Xavier Cortes" userId="d6af805853004405" providerId="LiveId" clId="{0BA8E8E9-B125-48E7-99E5-FF2AE049C70B}" dt="2026-01-30T16:32:32.573" v="235" actId="1076"/>
          <ac:picMkLst>
            <pc:docMk/>
            <pc:sldMk cId="2980355205" sldId="268"/>
            <ac:picMk id="14" creationId="{32897309-F13B-17A8-BBF3-7E0D76BAB211}"/>
          </ac:picMkLst>
        </pc:picChg>
        <pc:picChg chg="add del mod">
          <ac:chgData name="Renan Xavier Cortes" userId="d6af805853004405" providerId="LiveId" clId="{0BA8E8E9-B125-48E7-99E5-FF2AE049C70B}" dt="2026-01-30T16:32:44.325" v="238" actId="478"/>
          <ac:picMkLst>
            <pc:docMk/>
            <pc:sldMk cId="2980355205" sldId="268"/>
            <ac:picMk id="15" creationId="{A9987FCE-878D-E53C-3061-41B82767DE17}"/>
          </ac:picMkLst>
        </pc:picChg>
        <pc:picChg chg="add mod">
          <ac:chgData name="Renan Xavier Cortes" userId="d6af805853004405" providerId="LiveId" clId="{0BA8E8E9-B125-48E7-99E5-FF2AE049C70B}" dt="2026-01-30T16:32:59.773" v="246" actId="14100"/>
          <ac:picMkLst>
            <pc:docMk/>
            <pc:sldMk cId="2980355205" sldId="268"/>
            <ac:picMk id="17" creationId="{1D30F2AF-B4A0-4FE8-B6C9-CB62A15F2EB9}"/>
          </ac:picMkLst>
        </pc:picChg>
      </pc:sldChg>
      <pc:sldChg chg="addSp delSp modSp mod">
        <pc:chgData name="Renan Xavier Cortes" userId="d6af805853004405" providerId="LiveId" clId="{0BA8E8E9-B125-48E7-99E5-FF2AE049C70B}" dt="2026-01-30T17:12:11.989" v="477" actId="478"/>
        <pc:sldMkLst>
          <pc:docMk/>
          <pc:sldMk cId="2071912024" sldId="269"/>
        </pc:sldMkLst>
        <pc:spChg chg="del">
          <ac:chgData name="Renan Xavier Cortes" userId="d6af805853004405" providerId="LiveId" clId="{0BA8E8E9-B125-48E7-99E5-FF2AE049C70B}" dt="2026-01-30T17:12:11.989" v="477" actId="478"/>
          <ac:spMkLst>
            <pc:docMk/>
            <pc:sldMk cId="2071912024" sldId="269"/>
            <ac:spMk id="5" creationId="{462A550A-2F15-4636-BB02-A7AFDEC69830}"/>
          </ac:spMkLst>
        </pc:spChg>
        <pc:spChg chg="add mod">
          <ac:chgData name="Renan Xavier Cortes" userId="d6af805853004405" providerId="LiveId" clId="{0BA8E8E9-B125-48E7-99E5-FF2AE049C70B}" dt="2026-01-30T17:08:50.709" v="453" actId="1076"/>
          <ac:spMkLst>
            <pc:docMk/>
            <pc:sldMk cId="2071912024" sldId="269"/>
            <ac:spMk id="9" creationId="{57C113A8-EF71-5036-170D-0E7E18638AC8}"/>
          </ac:spMkLst>
        </pc:spChg>
        <pc:picChg chg="add mod">
          <ac:chgData name="Renan Xavier Cortes" userId="d6af805853004405" providerId="LiveId" clId="{0BA8E8E9-B125-48E7-99E5-FF2AE049C70B}" dt="2026-01-30T17:06:54.607" v="422" actId="1076"/>
          <ac:picMkLst>
            <pc:docMk/>
            <pc:sldMk cId="2071912024" sldId="269"/>
            <ac:picMk id="6" creationId="{1AE3E721-51B2-F118-C887-EA3336A7AE81}"/>
          </ac:picMkLst>
        </pc:picChg>
        <pc:picChg chg="add mod">
          <ac:chgData name="Renan Xavier Cortes" userId="d6af805853004405" providerId="LiveId" clId="{0BA8E8E9-B125-48E7-99E5-FF2AE049C70B}" dt="2026-01-30T17:09:24.970" v="456" actId="1076"/>
          <ac:picMkLst>
            <pc:docMk/>
            <pc:sldMk cId="2071912024" sldId="269"/>
            <ac:picMk id="11" creationId="{3644FA0E-EA0B-5AC4-AD2B-7AE6604109AD}"/>
          </ac:picMkLst>
        </pc:picChg>
        <pc:picChg chg="add del mod">
          <ac:chgData name="Renan Xavier Cortes" userId="d6af805853004405" providerId="LiveId" clId="{0BA8E8E9-B125-48E7-99E5-FF2AE049C70B}" dt="2026-01-30T17:09:21.890" v="454" actId="478"/>
          <ac:picMkLst>
            <pc:docMk/>
            <pc:sldMk cId="2071912024" sldId="269"/>
            <ac:picMk id="2050" creationId="{8B192F15-6390-951F-9818-C148DD9D857C}"/>
          </ac:picMkLst>
        </pc:picChg>
        <pc:picChg chg="add mod">
          <ac:chgData name="Renan Xavier Cortes" userId="d6af805853004405" providerId="LiveId" clId="{0BA8E8E9-B125-48E7-99E5-FF2AE049C70B}" dt="2026-01-30T17:08:46.191" v="452" actId="1076"/>
          <ac:picMkLst>
            <pc:docMk/>
            <pc:sldMk cId="2071912024" sldId="269"/>
            <ac:picMk id="2052" creationId="{90CE715F-E9E1-CDCE-F8A8-081824114623}"/>
          </ac:picMkLst>
        </pc:picChg>
      </pc:sldChg>
      <pc:sldChg chg="addSp modSp mod">
        <pc:chgData name="Renan Xavier Cortes" userId="d6af805853004405" providerId="LiveId" clId="{0BA8E8E9-B125-48E7-99E5-FF2AE049C70B}" dt="2026-01-30T17:12:04.051" v="476" actId="1076"/>
        <pc:sldMkLst>
          <pc:docMk/>
          <pc:sldMk cId="3116196247" sldId="270"/>
        </pc:sldMkLst>
        <pc:spChg chg="mod">
          <ac:chgData name="Renan Xavier Cortes" userId="d6af805853004405" providerId="LiveId" clId="{0BA8E8E9-B125-48E7-99E5-FF2AE049C70B}" dt="2026-01-30T17:11:45.949" v="473" actId="20577"/>
          <ac:spMkLst>
            <pc:docMk/>
            <pc:sldMk cId="3116196247" sldId="270"/>
            <ac:spMk id="8" creationId="{39AE06C5-34BE-4D68-97C3-4C07702C2DF6}"/>
          </ac:spMkLst>
        </pc:spChg>
        <pc:picChg chg="add mod">
          <ac:chgData name="Renan Xavier Cortes" userId="d6af805853004405" providerId="LiveId" clId="{0BA8E8E9-B125-48E7-99E5-FF2AE049C70B}" dt="2026-01-30T17:12:04.051" v="476" actId="1076"/>
          <ac:picMkLst>
            <pc:docMk/>
            <pc:sldMk cId="3116196247" sldId="270"/>
            <ac:picMk id="6" creationId="{B7D557E0-DD50-7ABD-B2DD-767702F2EEEB}"/>
          </ac:picMkLst>
        </pc:picChg>
      </pc:sldChg>
      <pc:sldChg chg="add del">
        <pc:chgData name="Renan Xavier Cortes" userId="d6af805853004405" providerId="LiveId" clId="{0BA8E8E9-B125-48E7-99E5-FF2AE049C70B}" dt="2026-01-30T16:15:26.707" v="186" actId="47"/>
        <pc:sldMkLst>
          <pc:docMk/>
          <pc:sldMk cId="2702309727" sldId="271"/>
        </pc:sldMkLst>
      </pc:sldChg>
      <pc:sldChg chg="add del">
        <pc:chgData name="Renan Xavier Cortes" userId="d6af805853004405" providerId="LiveId" clId="{0BA8E8E9-B125-48E7-99E5-FF2AE049C70B}" dt="2026-01-30T16:15:27.787" v="187" actId="47"/>
        <pc:sldMkLst>
          <pc:docMk/>
          <pc:sldMk cId="4157490669" sldId="272"/>
        </pc:sldMkLst>
      </pc:sldChg>
      <pc:sldChg chg="addSp delSp modSp add mod">
        <pc:chgData name="Renan Xavier Cortes" userId="d6af805853004405" providerId="LiveId" clId="{0BA8E8E9-B125-48E7-99E5-FF2AE049C70B}" dt="2026-01-30T17:05:05.883" v="419" actId="478"/>
        <pc:sldMkLst>
          <pc:docMk/>
          <pc:sldMk cId="190931514" sldId="273"/>
        </pc:sldMkLst>
        <pc:spChg chg="add del mod">
          <ac:chgData name="Renan Xavier Cortes" userId="d6af805853004405" providerId="LiveId" clId="{0BA8E8E9-B125-48E7-99E5-FF2AE049C70B}" dt="2026-01-30T16:16:54.825" v="194" actId="478"/>
          <ac:spMkLst>
            <pc:docMk/>
            <pc:sldMk cId="190931514" sldId="273"/>
            <ac:spMk id="11" creationId="{77C61046-CA0C-2947-3F3E-1FC1B1E89AC1}"/>
          </ac:spMkLst>
        </pc:spChg>
        <pc:spChg chg="add del mod">
          <ac:chgData name="Renan Xavier Cortes" userId="d6af805853004405" providerId="LiveId" clId="{0BA8E8E9-B125-48E7-99E5-FF2AE049C70B}" dt="2026-01-30T17:05:05.883" v="419" actId="478"/>
          <ac:spMkLst>
            <pc:docMk/>
            <pc:sldMk cId="190931514" sldId="273"/>
            <ac:spMk id="12" creationId="{77181EC1-15C1-D692-FCE9-E3FD785F3E40}"/>
          </ac:spMkLst>
        </pc:spChg>
        <pc:picChg chg="del">
          <ac:chgData name="Renan Xavier Cortes" userId="d6af805853004405" providerId="LiveId" clId="{0BA8E8E9-B125-48E7-99E5-FF2AE049C70B}" dt="2026-01-30T16:05:45.809" v="3" actId="478"/>
          <ac:picMkLst>
            <pc:docMk/>
            <pc:sldMk cId="190931514" sldId="273"/>
            <ac:picMk id="6" creationId="{C5548243-DC20-19F6-0CF6-F0423F5A8455}"/>
          </ac:picMkLst>
        </pc:picChg>
        <pc:picChg chg="add mod">
          <ac:chgData name="Renan Xavier Cortes" userId="d6af805853004405" providerId="LiveId" clId="{0BA8E8E9-B125-48E7-99E5-FF2AE049C70B}" dt="2026-01-30T16:47:52.954" v="251" actId="1076"/>
          <ac:picMkLst>
            <pc:docMk/>
            <pc:sldMk cId="190931514" sldId="273"/>
            <ac:picMk id="9" creationId="{D65804F4-7E1B-527B-F7BA-2C17944187BB}"/>
          </ac:picMkLst>
        </pc:picChg>
        <pc:picChg chg="del">
          <ac:chgData name="Renan Xavier Cortes" userId="d6af805853004405" providerId="LiveId" clId="{0BA8E8E9-B125-48E7-99E5-FF2AE049C70B}" dt="2026-01-30T16:05:48.387" v="5" actId="478"/>
          <ac:picMkLst>
            <pc:docMk/>
            <pc:sldMk cId="190931514" sldId="273"/>
            <ac:picMk id="10" creationId="{F35CA17B-F311-5078-6080-8240A044989A}"/>
          </ac:picMkLst>
        </pc:picChg>
      </pc:sldChg>
      <pc:sldChg chg="addSp delSp modSp add del mod">
        <pc:chgData name="Renan Xavier Cortes" userId="d6af805853004405" providerId="LiveId" clId="{0BA8E8E9-B125-48E7-99E5-FF2AE049C70B}" dt="2026-01-30T17:05:44.696" v="420" actId="2696"/>
        <pc:sldMkLst>
          <pc:docMk/>
          <pc:sldMk cId="632016505" sldId="274"/>
        </pc:sldMkLst>
        <pc:spChg chg="del">
          <ac:chgData name="Renan Xavier Cortes" userId="d6af805853004405" providerId="LiveId" clId="{0BA8E8E9-B125-48E7-99E5-FF2AE049C70B}" dt="2026-01-30T16:55:52.336" v="365" actId="478"/>
          <ac:spMkLst>
            <pc:docMk/>
            <pc:sldMk cId="632016505" sldId="274"/>
            <ac:spMk id="5" creationId="{462A550A-2F15-4636-BB02-A7AFDEC69830}"/>
          </ac:spMkLst>
        </pc:spChg>
        <pc:spChg chg="add mod">
          <ac:chgData name="Renan Xavier Cortes" userId="d6af805853004405" providerId="LiveId" clId="{0BA8E8E9-B125-48E7-99E5-FF2AE049C70B}" dt="2026-01-30T16:58:59.876" v="388" actId="113"/>
          <ac:spMkLst>
            <pc:docMk/>
            <pc:sldMk cId="632016505" sldId="274"/>
            <ac:spMk id="20" creationId="{913C3DE4-3A8A-D531-2A5A-A597181D4470}"/>
          </ac:spMkLst>
        </pc:spChg>
        <pc:picChg chg="add del mod">
          <ac:chgData name="Renan Xavier Cortes" userId="d6af805853004405" providerId="LiveId" clId="{0BA8E8E9-B125-48E7-99E5-FF2AE049C70B}" dt="2026-01-30T16:17:59.756" v="201" actId="478"/>
          <ac:picMkLst>
            <pc:docMk/>
            <pc:sldMk cId="632016505" sldId="274"/>
            <ac:picMk id="6" creationId="{F82BAD93-E104-896A-7F6B-6A038341FC43}"/>
          </ac:picMkLst>
        </pc:picChg>
        <pc:picChg chg="del">
          <ac:chgData name="Renan Xavier Cortes" userId="d6af805853004405" providerId="LiveId" clId="{0BA8E8E9-B125-48E7-99E5-FF2AE049C70B}" dt="2026-01-30T16:17:45.145" v="198" actId="478"/>
          <ac:picMkLst>
            <pc:docMk/>
            <pc:sldMk cId="632016505" sldId="274"/>
            <ac:picMk id="9" creationId="{D65804F4-7E1B-527B-F7BA-2C17944187BB}"/>
          </ac:picMkLst>
        </pc:picChg>
        <pc:picChg chg="add del mod">
          <ac:chgData name="Renan Xavier Cortes" userId="d6af805853004405" providerId="LiveId" clId="{0BA8E8E9-B125-48E7-99E5-FF2AE049C70B}" dt="2026-01-30T16:53:18.550" v="334" actId="478"/>
          <ac:picMkLst>
            <pc:docMk/>
            <pc:sldMk cId="632016505" sldId="274"/>
            <ac:picMk id="11" creationId="{30190196-2E02-7A18-546D-54A86AB989FF}"/>
          </ac:picMkLst>
        </pc:picChg>
        <pc:picChg chg="add del mod">
          <ac:chgData name="Renan Xavier Cortes" userId="d6af805853004405" providerId="LiveId" clId="{0BA8E8E9-B125-48E7-99E5-FF2AE049C70B}" dt="2026-01-30T16:58:07.145" v="367" actId="478"/>
          <ac:picMkLst>
            <pc:docMk/>
            <pc:sldMk cId="632016505" sldId="274"/>
            <ac:picMk id="13" creationId="{83F76802-8F09-D56A-4BCF-66C66AED9E87}"/>
          </ac:picMkLst>
        </pc:picChg>
        <pc:picChg chg="add del">
          <ac:chgData name="Renan Xavier Cortes" userId="d6af805853004405" providerId="LiveId" clId="{0BA8E8E9-B125-48E7-99E5-FF2AE049C70B}" dt="2026-01-30T16:58:19.017" v="369" actId="478"/>
          <ac:picMkLst>
            <pc:docMk/>
            <pc:sldMk cId="632016505" sldId="274"/>
            <ac:picMk id="15" creationId="{6F8A1F0E-1035-C5CF-DEE8-A294DA659A9F}"/>
          </ac:picMkLst>
        </pc:picChg>
        <pc:picChg chg="add mod ord">
          <ac:chgData name="Renan Xavier Cortes" userId="d6af805853004405" providerId="LiveId" clId="{0BA8E8E9-B125-48E7-99E5-FF2AE049C70B}" dt="2026-01-30T16:58:26.400" v="373" actId="1076"/>
          <ac:picMkLst>
            <pc:docMk/>
            <pc:sldMk cId="632016505" sldId="274"/>
            <ac:picMk id="17" creationId="{308FE184-6C56-9D42-773F-1DCFFC275A6F}"/>
          </ac:picMkLst>
        </pc:picChg>
        <pc:picChg chg="add mod">
          <ac:chgData name="Renan Xavier Cortes" userId="d6af805853004405" providerId="LiveId" clId="{0BA8E8E9-B125-48E7-99E5-FF2AE049C70B}" dt="2026-01-30T17:00:02.448" v="396" actId="1076"/>
          <ac:picMkLst>
            <pc:docMk/>
            <pc:sldMk cId="632016505" sldId="274"/>
            <ac:picMk id="19" creationId="{45914F84-2AFC-E06E-B865-F58B01121252}"/>
          </ac:picMkLst>
        </pc:picChg>
        <pc:picChg chg="add del mod">
          <ac:chgData name="Renan Xavier Cortes" userId="d6af805853004405" providerId="LiveId" clId="{0BA8E8E9-B125-48E7-99E5-FF2AE049C70B}" dt="2026-01-30T16:55:39.537" v="359" actId="478"/>
          <ac:picMkLst>
            <pc:docMk/>
            <pc:sldMk cId="632016505" sldId="274"/>
            <ac:picMk id="1026" creationId="{D047208C-027B-6CF8-5E22-3DB8E22942E8}"/>
          </ac:picMkLst>
        </pc:picChg>
        <pc:picChg chg="add del">
          <ac:chgData name="Renan Xavier Cortes" userId="d6af805853004405" providerId="LiveId" clId="{0BA8E8E9-B125-48E7-99E5-FF2AE049C70B}" dt="2026-01-30T16:54:10.129" v="344" actId="478"/>
          <ac:picMkLst>
            <pc:docMk/>
            <pc:sldMk cId="632016505" sldId="274"/>
            <ac:picMk id="1028" creationId="{8C06EE33-C25A-1FBA-EE95-6B9198A6B3EC}"/>
          </ac:picMkLst>
        </pc:picChg>
        <pc:picChg chg="add mod">
          <ac:chgData name="Renan Xavier Cortes" userId="d6af805853004405" providerId="LiveId" clId="{0BA8E8E9-B125-48E7-99E5-FF2AE049C70B}" dt="2026-01-30T16:55:01.948" v="357" actId="1076"/>
          <ac:picMkLst>
            <pc:docMk/>
            <pc:sldMk cId="632016505" sldId="274"/>
            <ac:picMk id="1030" creationId="{57ADB0D6-6A3D-AE20-35AD-B2ABE754270C}"/>
          </ac:picMkLst>
        </pc:picChg>
        <pc:picChg chg="add mod">
          <ac:chgData name="Renan Xavier Cortes" userId="d6af805853004405" providerId="LiveId" clId="{0BA8E8E9-B125-48E7-99E5-FF2AE049C70B}" dt="2026-01-30T16:55:00.808" v="356" actId="14100"/>
          <ac:picMkLst>
            <pc:docMk/>
            <pc:sldMk cId="632016505" sldId="274"/>
            <ac:picMk id="1032" creationId="{E98D23B3-90C5-4022-D3CB-160722E788F2}"/>
          </ac:picMkLst>
        </pc:picChg>
        <pc:picChg chg="add mod">
          <ac:chgData name="Renan Xavier Cortes" userId="d6af805853004405" providerId="LiveId" clId="{0BA8E8E9-B125-48E7-99E5-FF2AE049C70B}" dt="2026-01-30T16:55:47.506" v="364" actId="1076"/>
          <ac:picMkLst>
            <pc:docMk/>
            <pc:sldMk cId="632016505" sldId="274"/>
            <ac:picMk id="1034" creationId="{FB03CAC7-045E-B1C3-B473-90DDC29C740A}"/>
          </ac:picMkLst>
        </pc:picChg>
      </pc:sldChg>
      <pc:sldChg chg="add">
        <pc:chgData name="Renan Xavier Cortes" userId="d6af805853004405" providerId="LiveId" clId="{0BA8E8E9-B125-48E7-99E5-FF2AE049C70B}" dt="2026-01-30T17:05:48.512" v="421"/>
        <pc:sldMkLst>
          <pc:docMk/>
          <pc:sldMk cId="2840655458" sldId="274"/>
        </pc:sldMkLst>
      </pc:sldChg>
      <pc:sldChg chg="addSp delSp modSp add mod">
        <pc:chgData name="Renan Xavier Cortes" userId="d6af805853004405" providerId="LiveId" clId="{0BA8E8E9-B125-48E7-99E5-FF2AE049C70B}" dt="2026-01-30T16:19:24.855" v="211" actId="1076"/>
        <pc:sldMkLst>
          <pc:docMk/>
          <pc:sldMk cId="66233638" sldId="275"/>
        </pc:sldMkLst>
        <pc:picChg chg="add mod">
          <ac:chgData name="Renan Xavier Cortes" userId="d6af805853004405" providerId="LiveId" clId="{0BA8E8E9-B125-48E7-99E5-FF2AE049C70B}" dt="2026-01-30T16:19:24.855" v="211" actId="1076"/>
          <ac:picMkLst>
            <pc:docMk/>
            <pc:sldMk cId="66233638" sldId="275"/>
            <ac:picMk id="6" creationId="{466C8D4D-4E3D-3983-BCE6-9B2AC93C1E9D}"/>
          </ac:picMkLst>
        </pc:picChg>
        <pc:picChg chg="del">
          <ac:chgData name="Renan Xavier Cortes" userId="d6af805853004405" providerId="LiveId" clId="{0BA8E8E9-B125-48E7-99E5-FF2AE049C70B}" dt="2026-01-30T16:19:16.581" v="207" actId="478"/>
          <ac:picMkLst>
            <pc:docMk/>
            <pc:sldMk cId="66233638" sldId="275"/>
            <ac:picMk id="11" creationId="{30190196-2E02-7A18-546D-54A86AB989FF}"/>
          </ac:picMkLst>
        </pc:picChg>
      </pc:sldChg>
      <pc:sldChg chg="add">
        <pc:chgData name="Renan Xavier Cortes" userId="d6af805853004405" providerId="LiveId" clId="{0BA8E8E9-B125-48E7-99E5-FF2AE049C70B}" dt="2026-01-30T16:51:46.843" v="333"/>
        <pc:sldMkLst>
          <pc:docMk/>
          <pc:sldMk cId="3852151820" sldId="276"/>
        </pc:sldMkLst>
      </pc:sldChg>
      <pc:sldChg chg="add">
        <pc:chgData name="Renan Xavier Cortes" userId="d6af805853004405" providerId="LiveId" clId="{0BA8E8E9-B125-48E7-99E5-FF2AE049C70B}" dt="2026-01-30T17:05:48.512" v="421"/>
        <pc:sldMkLst>
          <pc:docMk/>
          <pc:sldMk cId="2480769764" sldId="277"/>
        </pc:sldMkLst>
      </pc:sldChg>
      <pc:sldChg chg="addSp delSp modSp add del mod">
        <pc:chgData name="Renan Xavier Cortes" userId="d6af805853004405" providerId="LiveId" clId="{0BA8E8E9-B125-48E7-99E5-FF2AE049C70B}" dt="2026-01-30T17:05:44.696" v="420" actId="2696"/>
        <pc:sldMkLst>
          <pc:docMk/>
          <pc:sldMk cId="3386571380" sldId="277"/>
        </pc:sldMkLst>
        <pc:picChg chg="add del mod">
          <ac:chgData name="Renan Xavier Cortes" userId="d6af805853004405" providerId="LiveId" clId="{0BA8E8E9-B125-48E7-99E5-FF2AE049C70B}" dt="2026-01-30T16:59:51.162" v="392" actId="478"/>
          <ac:picMkLst>
            <pc:docMk/>
            <pc:sldMk cId="3386571380" sldId="277"/>
            <ac:picMk id="5" creationId="{F7749FF4-B9B2-AC63-6947-B70A7D0CB11B}"/>
          </ac:picMkLst>
        </pc:picChg>
        <pc:picChg chg="add mod">
          <ac:chgData name="Renan Xavier Cortes" userId="d6af805853004405" providerId="LiveId" clId="{0BA8E8E9-B125-48E7-99E5-FF2AE049C70B}" dt="2026-01-30T16:59:54.438" v="394" actId="1076"/>
          <ac:picMkLst>
            <pc:docMk/>
            <pc:sldMk cId="3386571380" sldId="277"/>
            <ac:picMk id="9" creationId="{D525EF00-964E-354D-661E-92718A1079D6}"/>
          </ac:picMkLst>
        </pc:picChg>
        <pc:picChg chg="add del mod">
          <ac:chgData name="Renan Xavier Cortes" userId="d6af805853004405" providerId="LiveId" clId="{0BA8E8E9-B125-48E7-99E5-FF2AE049C70B}" dt="2026-01-30T17:02:51.966" v="404" actId="478"/>
          <ac:picMkLst>
            <pc:docMk/>
            <pc:sldMk cId="3386571380" sldId="277"/>
            <ac:picMk id="11" creationId="{4A3A43A7-69CA-C8AF-CC58-39B2421D2E4C}"/>
          </ac:picMkLst>
        </pc:picChg>
        <pc:picChg chg="del">
          <ac:chgData name="Renan Xavier Cortes" userId="d6af805853004405" providerId="LiveId" clId="{0BA8E8E9-B125-48E7-99E5-FF2AE049C70B}" dt="2026-01-30T16:59:28.138" v="389" actId="478"/>
          <ac:picMkLst>
            <pc:docMk/>
            <pc:sldMk cId="3386571380" sldId="277"/>
            <ac:picMk id="13" creationId="{83F76802-8F09-D56A-4BCF-66C66AED9E87}"/>
          </ac:picMkLst>
        </pc:picChg>
        <pc:picChg chg="add mod ord">
          <ac:chgData name="Renan Xavier Cortes" userId="d6af805853004405" providerId="LiveId" clId="{0BA8E8E9-B125-48E7-99E5-FF2AE049C70B}" dt="2026-01-30T17:03:03.946" v="411" actId="1076"/>
          <ac:picMkLst>
            <pc:docMk/>
            <pc:sldMk cId="3386571380" sldId="277"/>
            <ac:picMk id="14" creationId="{825CB19D-9C3D-6360-59DB-3E9ECB421ED3}"/>
          </ac:picMkLst>
        </pc:picChg>
      </pc:sldChg>
      <pc:sldChg chg="addSp delSp modSp add del mod">
        <pc:chgData name="Renan Xavier Cortes" userId="d6af805853004405" providerId="LiveId" clId="{0BA8E8E9-B125-48E7-99E5-FF2AE049C70B}" dt="2026-01-30T17:05:44.696" v="420" actId="2696"/>
        <pc:sldMkLst>
          <pc:docMk/>
          <pc:sldMk cId="1417215949" sldId="278"/>
        </pc:sldMkLst>
        <pc:picChg chg="add mod">
          <ac:chgData name="Renan Xavier Cortes" userId="d6af805853004405" providerId="LiveId" clId="{0BA8E8E9-B125-48E7-99E5-FF2AE049C70B}" dt="2026-01-30T17:04:06.404" v="416" actId="1076"/>
          <ac:picMkLst>
            <pc:docMk/>
            <pc:sldMk cId="1417215949" sldId="278"/>
            <ac:picMk id="5" creationId="{DA088035-284C-0DD3-25F0-C19E15ECD2C9}"/>
          </ac:picMkLst>
        </pc:picChg>
        <pc:picChg chg="del">
          <ac:chgData name="Renan Xavier Cortes" userId="d6af805853004405" providerId="LiveId" clId="{0BA8E8E9-B125-48E7-99E5-FF2AE049C70B}" dt="2026-01-30T17:04:02.018" v="414" actId="478"/>
          <ac:picMkLst>
            <pc:docMk/>
            <pc:sldMk cId="1417215949" sldId="278"/>
            <ac:picMk id="9" creationId="{D525EF00-964E-354D-661E-92718A1079D6}"/>
          </ac:picMkLst>
        </pc:picChg>
        <pc:picChg chg="del">
          <ac:chgData name="Renan Xavier Cortes" userId="d6af805853004405" providerId="LiveId" clId="{0BA8E8E9-B125-48E7-99E5-FF2AE049C70B}" dt="2026-01-30T17:04:01.435" v="413" actId="478"/>
          <ac:picMkLst>
            <pc:docMk/>
            <pc:sldMk cId="1417215949" sldId="278"/>
            <ac:picMk id="14" creationId="{825CB19D-9C3D-6360-59DB-3E9ECB421ED3}"/>
          </ac:picMkLst>
        </pc:picChg>
      </pc:sldChg>
      <pc:sldChg chg="add">
        <pc:chgData name="Renan Xavier Cortes" userId="d6af805853004405" providerId="LiveId" clId="{0BA8E8E9-B125-48E7-99E5-FF2AE049C70B}" dt="2026-01-30T17:05:48.512" v="421"/>
        <pc:sldMkLst>
          <pc:docMk/>
          <pc:sldMk cId="2165902930" sldId="278"/>
        </pc:sldMkLst>
      </pc:sldChg>
      <pc:sldChg chg="add del">
        <pc:chgData name="Renan Xavier Cortes" userId="d6af805853004405" providerId="LiveId" clId="{0BA8E8E9-B125-48E7-99E5-FF2AE049C70B}" dt="2026-01-30T18:07:10.725" v="721" actId="47"/>
        <pc:sldMkLst>
          <pc:docMk/>
          <pc:sldMk cId="3000206769" sldId="279"/>
        </pc:sldMkLst>
      </pc:sldChg>
      <pc:sldChg chg="addSp delSp modSp add mod">
        <pc:chgData name="Renan Xavier Cortes" userId="d6af805853004405" providerId="LiveId" clId="{0BA8E8E9-B125-48E7-99E5-FF2AE049C70B}" dt="2026-01-30T18:01:15.996" v="517" actId="478"/>
        <pc:sldMkLst>
          <pc:docMk/>
          <pc:sldMk cId="4076742376" sldId="280"/>
        </pc:sldMkLst>
        <pc:spChg chg="del">
          <ac:chgData name="Renan Xavier Cortes" userId="d6af805853004405" providerId="LiveId" clId="{0BA8E8E9-B125-48E7-99E5-FF2AE049C70B}" dt="2026-01-30T18:01:15.996" v="517" actId="478"/>
          <ac:spMkLst>
            <pc:docMk/>
            <pc:sldMk cId="4076742376" sldId="280"/>
            <ac:spMk id="5" creationId="{462A550A-2F15-4636-BB02-A7AFDEC69830}"/>
          </ac:spMkLst>
        </pc:spChg>
        <pc:spChg chg="mod">
          <ac:chgData name="Renan Xavier Cortes" userId="d6af805853004405" providerId="LiveId" clId="{0BA8E8E9-B125-48E7-99E5-FF2AE049C70B}" dt="2026-01-30T17:16:48.842" v="489" actId="20577"/>
          <ac:spMkLst>
            <pc:docMk/>
            <pc:sldMk cId="4076742376" sldId="280"/>
            <ac:spMk id="8" creationId="{39AE06C5-34BE-4D68-97C3-4C07702C2DF6}"/>
          </ac:spMkLst>
        </pc:spChg>
        <pc:picChg chg="del">
          <ac:chgData name="Renan Xavier Cortes" userId="d6af805853004405" providerId="LiveId" clId="{0BA8E8E9-B125-48E7-99E5-FF2AE049C70B}" dt="2026-01-30T17:17:04.140" v="490" actId="478"/>
          <ac:picMkLst>
            <pc:docMk/>
            <pc:sldMk cId="4076742376" sldId="280"/>
            <ac:picMk id="6" creationId="{B7D557E0-DD50-7ABD-B2DD-767702F2EEEB}"/>
          </ac:picMkLst>
        </pc:picChg>
        <pc:picChg chg="add del">
          <ac:chgData name="Renan Xavier Cortes" userId="d6af805853004405" providerId="LiveId" clId="{0BA8E8E9-B125-48E7-99E5-FF2AE049C70B}" dt="2026-01-30T17:57:10.983" v="492" actId="478"/>
          <ac:picMkLst>
            <pc:docMk/>
            <pc:sldMk cId="4076742376" sldId="280"/>
            <ac:picMk id="9" creationId="{71C06156-B5EF-7509-33AC-E96874D76737}"/>
          </ac:picMkLst>
        </pc:picChg>
        <pc:picChg chg="add mod">
          <ac:chgData name="Renan Xavier Cortes" userId="d6af805853004405" providerId="LiveId" clId="{0BA8E8E9-B125-48E7-99E5-FF2AE049C70B}" dt="2026-01-30T17:57:29.712" v="495" actId="1076"/>
          <ac:picMkLst>
            <pc:docMk/>
            <pc:sldMk cId="4076742376" sldId="280"/>
            <ac:picMk id="11" creationId="{008B737C-8145-7BFE-FCDF-381BA33AF1B8}"/>
          </ac:picMkLst>
        </pc:picChg>
        <pc:picChg chg="add mod">
          <ac:chgData name="Renan Xavier Cortes" userId="d6af805853004405" providerId="LiveId" clId="{0BA8E8E9-B125-48E7-99E5-FF2AE049C70B}" dt="2026-01-30T17:58:35.806" v="500" actId="1076"/>
          <ac:picMkLst>
            <pc:docMk/>
            <pc:sldMk cId="4076742376" sldId="280"/>
            <ac:picMk id="8194" creationId="{7970CB1E-EE2C-69A6-1A5B-4631D0F24008}"/>
          </ac:picMkLst>
        </pc:picChg>
        <pc:picChg chg="add mod">
          <ac:chgData name="Renan Xavier Cortes" userId="d6af805853004405" providerId="LiveId" clId="{0BA8E8E9-B125-48E7-99E5-FF2AE049C70B}" dt="2026-01-30T17:58:52.942" v="507" actId="1076"/>
          <ac:picMkLst>
            <pc:docMk/>
            <pc:sldMk cId="4076742376" sldId="280"/>
            <ac:picMk id="8196" creationId="{F2E65E73-6B5F-E0E6-27A4-42A00A259F83}"/>
          </ac:picMkLst>
        </pc:picChg>
        <pc:picChg chg="add mod">
          <ac:chgData name="Renan Xavier Cortes" userId="d6af805853004405" providerId="LiveId" clId="{0BA8E8E9-B125-48E7-99E5-FF2AE049C70B}" dt="2026-01-30T17:58:54.378" v="508" actId="1076"/>
          <ac:picMkLst>
            <pc:docMk/>
            <pc:sldMk cId="4076742376" sldId="280"/>
            <ac:picMk id="8198" creationId="{E97D8134-40AF-5373-E7E2-5CCB3CFFA20F}"/>
          </ac:picMkLst>
        </pc:picChg>
      </pc:sldChg>
      <pc:sldChg chg="addSp delSp modSp add mod">
        <pc:chgData name="Renan Xavier Cortes" userId="d6af805853004405" providerId="LiveId" clId="{0BA8E8E9-B125-48E7-99E5-FF2AE049C70B}" dt="2026-01-30T18:01:33.285" v="525" actId="1076"/>
        <pc:sldMkLst>
          <pc:docMk/>
          <pc:sldMk cId="2976864327" sldId="281"/>
        </pc:sldMkLst>
        <pc:spChg chg="del">
          <ac:chgData name="Renan Xavier Cortes" userId="d6af805853004405" providerId="LiveId" clId="{0BA8E8E9-B125-48E7-99E5-FF2AE049C70B}" dt="2026-01-30T18:01:18.071" v="518" actId="478"/>
          <ac:spMkLst>
            <pc:docMk/>
            <pc:sldMk cId="2976864327" sldId="281"/>
            <ac:spMk id="5" creationId="{462A550A-2F15-4636-BB02-A7AFDEC69830}"/>
          </ac:spMkLst>
        </pc:spChg>
        <pc:picChg chg="add mod">
          <ac:chgData name="Renan Xavier Cortes" userId="d6af805853004405" providerId="LiveId" clId="{0BA8E8E9-B125-48E7-99E5-FF2AE049C70B}" dt="2026-01-30T18:01:31.131" v="524" actId="1076"/>
          <ac:picMkLst>
            <pc:docMk/>
            <pc:sldMk cId="2976864327" sldId="281"/>
            <ac:picMk id="6" creationId="{925DA5BA-4D30-9F50-9329-150EA30B0C2B}"/>
          </ac:picMkLst>
        </pc:picChg>
        <pc:picChg chg="add mod">
          <ac:chgData name="Renan Xavier Cortes" userId="d6af805853004405" providerId="LiveId" clId="{0BA8E8E9-B125-48E7-99E5-FF2AE049C70B}" dt="2026-01-30T18:01:33.285" v="525" actId="1076"/>
          <ac:picMkLst>
            <pc:docMk/>
            <pc:sldMk cId="2976864327" sldId="281"/>
            <ac:picMk id="10" creationId="{F4ADE215-616E-3921-CFFC-97D1BE6B636A}"/>
          </ac:picMkLst>
        </pc:picChg>
        <pc:picChg chg="del">
          <ac:chgData name="Renan Xavier Cortes" userId="d6af805853004405" providerId="LiveId" clId="{0BA8E8E9-B125-48E7-99E5-FF2AE049C70B}" dt="2026-01-30T18:00:00.194" v="512" actId="478"/>
          <ac:picMkLst>
            <pc:docMk/>
            <pc:sldMk cId="2976864327" sldId="281"/>
            <ac:picMk id="11" creationId="{008B737C-8145-7BFE-FCDF-381BA33AF1B8}"/>
          </ac:picMkLst>
        </pc:picChg>
      </pc:sldChg>
      <pc:sldChg chg="addSp delSp modSp add mod">
        <pc:chgData name="Renan Xavier Cortes" userId="d6af805853004405" providerId="LiveId" clId="{0BA8E8E9-B125-48E7-99E5-FF2AE049C70B}" dt="2026-01-30T18:02:17.575" v="528" actId="1076"/>
        <pc:sldMkLst>
          <pc:docMk/>
          <pc:sldMk cId="1149205246" sldId="282"/>
        </pc:sldMkLst>
        <pc:spChg chg="del">
          <ac:chgData name="Renan Xavier Cortes" userId="d6af805853004405" providerId="LiveId" clId="{0BA8E8E9-B125-48E7-99E5-FF2AE049C70B}" dt="2026-01-30T18:01:20.383" v="519" actId="478"/>
          <ac:spMkLst>
            <pc:docMk/>
            <pc:sldMk cId="1149205246" sldId="282"/>
            <ac:spMk id="5" creationId="{462A550A-2F15-4636-BB02-A7AFDEC69830}"/>
          </ac:spMkLst>
        </pc:spChg>
        <pc:picChg chg="add mod">
          <ac:chgData name="Renan Xavier Cortes" userId="d6af805853004405" providerId="LiveId" clId="{0BA8E8E9-B125-48E7-99E5-FF2AE049C70B}" dt="2026-01-30T18:02:17.575" v="528" actId="1076"/>
          <ac:picMkLst>
            <pc:docMk/>
            <pc:sldMk cId="1149205246" sldId="282"/>
            <ac:picMk id="6" creationId="{25485C8C-5E00-4461-E0D0-DFB708348D21}"/>
          </ac:picMkLst>
        </pc:picChg>
        <pc:picChg chg="del">
          <ac:chgData name="Renan Xavier Cortes" userId="d6af805853004405" providerId="LiveId" clId="{0BA8E8E9-B125-48E7-99E5-FF2AE049C70B}" dt="2026-01-30T18:02:12.941" v="526" actId="478"/>
          <ac:picMkLst>
            <pc:docMk/>
            <pc:sldMk cId="1149205246" sldId="282"/>
            <ac:picMk id="11" creationId="{008B737C-8145-7BFE-FCDF-381BA33AF1B8}"/>
          </ac:picMkLst>
        </pc:picChg>
      </pc:sldChg>
      <pc:sldChg chg="addSp delSp modSp add mod">
        <pc:chgData name="Renan Xavier Cortes" userId="d6af805853004405" providerId="LiveId" clId="{0BA8E8E9-B125-48E7-99E5-FF2AE049C70B}" dt="2026-01-30T18:06:43.917" v="720" actId="404"/>
        <pc:sldMkLst>
          <pc:docMk/>
          <pc:sldMk cId="1360209703" sldId="283"/>
        </pc:sldMkLst>
        <pc:spChg chg="del">
          <ac:chgData name="Renan Xavier Cortes" userId="d6af805853004405" providerId="LiveId" clId="{0BA8E8E9-B125-48E7-99E5-FF2AE049C70B}" dt="2026-01-30T18:03:51.933" v="534" actId="478"/>
          <ac:spMkLst>
            <pc:docMk/>
            <pc:sldMk cId="1360209703" sldId="283"/>
            <ac:spMk id="5" creationId="{462A550A-2F15-4636-BB02-A7AFDEC69830}"/>
          </ac:spMkLst>
        </pc:spChg>
        <pc:spChg chg="add mod">
          <ac:chgData name="Renan Xavier Cortes" userId="d6af805853004405" providerId="LiveId" clId="{0BA8E8E9-B125-48E7-99E5-FF2AE049C70B}" dt="2026-01-30T18:06:43.917" v="720" actId="404"/>
          <ac:spMkLst>
            <pc:docMk/>
            <pc:sldMk cId="1360209703" sldId="283"/>
            <ac:spMk id="10" creationId="{23141C5E-39A3-68AD-46DD-F6A4F156BB99}"/>
          </ac:spMkLst>
        </pc:spChg>
        <pc:picChg chg="add mod">
          <ac:chgData name="Renan Xavier Cortes" userId="d6af805853004405" providerId="LiveId" clId="{0BA8E8E9-B125-48E7-99E5-FF2AE049C70B}" dt="2026-01-30T18:02:48.623" v="533" actId="1076"/>
          <ac:picMkLst>
            <pc:docMk/>
            <pc:sldMk cId="1360209703" sldId="283"/>
            <ac:picMk id="6" creationId="{3B5A3700-B36A-F6C8-52EC-185123AD201B}"/>
          </ac:picMkLst>
        </pc:picChg>
        <pc:picChg chg="del">
          <ac:chgData name="Renan Xavier Cortes" userId="d6af805853004405" providerId="LiveId" clId="{0BA8E8E9-B125-48E7-99E5-FF2AE049C70B}" dt="2026-01-30T18:02:39.641" v="529" actId="478"/>
          <ac:picMkLst>
            <pc:docMk/>
            <pc:sldMk cId="1360209703" sldId="283"/>
            <ac:picMk id="11" creationId="{008B737C-8145-7BFE-FCDF-381BA33AF1B8}"/>
          </ac:picMkLst>
        </pc:picChg>
      </pc:sldChg>
      <pc:sldChg chg="addSp delSp modSp add mod">
        <pc:chgData name="Renan Xavier Cortes" userId="d6af805853004405" providerId="LiveId" clId="{0BA8E8E9-B125-48E7-99E5-FF2AE049C70B}" dt="2026-01-30T18:15:08.818" v="760" actId="1076"/>
        <pc:sldMkLst>
          <pc:docMk/>
          <pc:sldMk cId="3750848962" sldId="284"/>
        </pc:sldMkLst>
        <pc:spChg chg="add mod">
          <ac:chgData name="Renan Xavier Cortes" userId="d6af805853004405" providerId="LiveId" clId="{0BA8E8E9-B125-48E7-99E5-FF2AE049C70B}" dt="2026-01-30T18:12:52.129" v="748"/>
          <ac:spMkLst>
            <pc:docMk/>
            <pc:sldMk cId="3750848962" sldId="284"/>
            <ac:spMk id="4" creationId="{63650BB1-F9CC-F885-8A3F-EBC68F3B8A69}"/>
          </ac:spMkLst>
        </pc:spChg>
        <pc:spChg chg="mod">
          <ac:chgData name="Renan Xavier Cortes" userId="d6af805853004405" providerId="LiveId" clId="{0BA8E8E9-B125-48E7-99E5-FF2AE049C70B}" dt="2026-01-30T18:12:39.335" v="743" actId="20577"/>
          <ac:spMkLst>
            <pc:docMk/>
            <pc:sldMk cId="3750848962" sldId="284"/>
            <ac:spMk id="8" creationId="{39AE06C5-34BE-4D68-97C3-4C07702C2DF6}"/>
          </ac:spMkLst>
        </pc:spChg>
        <pc:spChg chg="del">
          <ac:chgData name="Renan Xavier Cortes" userId="d6af805853004405" providerId="LiveId" clId="{0BA8E8E9-B125-48E7-99E5-FF2AE049C70B}" dt="2026-01-30T18:12:51.122" v="747" actId="478"/>
          <ac:spMkLst>
            <pc:docMk/>
            <pc:sldMk cId="3750848962" sldId="284"/>
            <ac:spMk id="10" creationId="{23141C5E-39A3-68AD-46DD-F6A4F156BB99}"/>
          </ac:spMkLst>
        </pc:spChg>
        <pc:picChg chg="del">
          <ac:chgData name="Renan Xavier Cortes" userId="d6af805853004405" providerId="LiveId" clId="{0BA8E8E9-B125-48E7-99E5-FF2AE049C70B}" dt="2026-01-30T18:13:21.075" v="749" actId="478"/>
          <ac:picMkLst>
            <pc:docMk/>
            <pc:sldMk cId="3750848962" sldId="284"/>
            <ac:picMk id="6" creationId="{3B5A3700-B36A-F6C8-52EC-185123AD201B}"/>
          </ac:picMkLst>
        </pc:picChg>
        <pc:picChg chg="add del mod">
          <ac:chgData name="Renan Xavier Cortes" userId="d6af805853004405" providerId="LiveId" clId="{0BA8E8E9-B125-48E7-99E5-FF2AE049C70B}" dt="2026-01-30T18:14:44.660" v="755" actId="478"/>
          <ac:picMkLst>
            <pc:docMk/>
            <pc:sldMk cId="3750848962" sldId="284"/>
            <ac:picMk id="9" creationId="{0CCA06A2-AD79-CE2C-B457-7B7645949F8A}"/>
          </ac:picMkLst>
        </pc:picChg>
        <pc:picChg chg="add del">
          <ac:chgData name="Renan Xavier Cortes" userId="d6af805853004405" providerId="LiveId" clId="{0BA8E8E9-B125-48E7-99E5-FF2AE049C70B}" dt="2026-01-30T18:15:00.452" v="757" actId="478"/>
          <ac:picMkLst>
            <pc:docMk/>
            <pc:sldMk cId="3750848962" sldId="284"/>
            <ac:picMk id="12" creationId="{A3C51A1D-3092-9376-70F4-357734D06159}"/>
          </ac:picMkLst>
        </pc:picChg>
        <pc:picChg chg="add mod">
          <ac:chgData name="Renan Xavier Cortes" userId="d6af805853004405" providerId="LiveId" clId="{0BA8E8E9-B125-48E7-99E5-FF2AE049C70B}" dt="2026-01-30T18:15:08.818" v="760" actId="1076"/>
          <ac:picMkLst>
            <pc:docMk/>
            <pc:sldMk cId="3750848962" sldId="284"/>
            <ac:picMk id="14" creationId="{66D5F913-E036-0C90-2585-FC1BE75D2661}"/>
          </ac:picMkLst>
        </pc:picChg>
        <pc:picChg chg="del">
          <ac:chgData name="Renan Xavier Cortes" userId="d6af805853004405" providerId="LiveId" clId="{0BA8E8E9-B125-48E7-99E5-FF2AE049C70B}" dt="2026-01-30T18:12:49.267" v="745" actId="478"/>
          <ac:picMkLst>
            <pc:docMk/>
            <pc:sldMk cId="3750848962" sldId="284"/>
            <ac:picMk id="8194" creationId="{7970CB1E-EE2C-69A6-1A5B-4631D0F24008}"/>
          </ac:picMkLst>
        </pc:picChg>
        <pc:picChg chg="del">
          <ac:chgData name="Renan Xavier Cortes" userId="d6af805853004405" providerId="LiveId" clId="{0BA8E8E9-B125-48E7-99E5-FF2AE049C70B}" dt="2026-01-30T18:12:48.773" v="744" actId="478"/>
          <ac:picMkLst>
            <pc:docMk/>
            <pc:sldMk cId="3750848962" sldId="284"/>
            <ac:picMk id="8196" creationId="{F2E65E73-6B5F-E0E6-27A4-42A00A259F83}"/>
          </ac:picMkLst>
        </pc:picChg>
        <pc:picChg chg="del">
          <ac:chgData name="Renan Xavier Cortes" userId="d6af805853004405" providerId="LiveId" clId="{0BA8E8E9-B125-48E7-99E5-FF2AE049C70B}" dt="2026-01-30T18:12:49.682" v="746" actId="478"/>
          <ac:picMkLst>
            <pc:docMk/>
            <pc:sldMk cId="3750848962" sldId="284"/>
            <ac:picMk id="8198" creationId="{E97D8134-40AF-5373-E7E2-5CCB3CFFA20F}"/>
          </ac:picMkLst>
        </pc:picChg>
      </pc:sldChg>
      <pc:sldChg chg="addSp delSp modSp add mod">
        <pc:chgData name="Renan Xavier Cortes" userId="d6af805853004405" providerId="LiveId" clId="{0BA8E8E9-B125-48E7-99E5-FF2AE049C70B}" dt="2026-01-30T18:21:05.682" v="814" actId="207"/>
        <pc:sldMkLst>
          <pc:docMk/>
          <pc:sldMk cId="1898170644" sldId="285"/>
        </pc:sldMkLst>
        <pc:spChg chg="del">
          <ac:chgData name="Renan Xavier Cortes" userId="d6af805853004405" providerId="LiveId" clId="{0BA8E8E9-B125-48E7-99E5-FF2AE049C70B}" dt="2026-01-30T18:17:33.165" v="762" actId="478"/>
          <ac:spMkLst>
            <pc:docMk/>
            <pc:sldMk cId="1898170644" sldId="285"/>
            <ac:spMk id="4" creationId="{63650BB1-F9CC-F885-8A3F-EBC68F3B8A69}"/>
          </ac:spMkLst>
        </pc:spChg>
        <pc:spChg chg="add mod">
          <ac:chgData name="Renan Xavier Cortes" userId="d6af805853004405" providerId="LiveId" clId="{0BA8E8E9-B125-48E7-99E5-FF2AE049C70B}" dt="2026-01-30T18:20:42.432" v="807" actId="1076"/>
          <ac:spMkLst>
            <pc:docMk/>
            <pc:sldMk cId="1898170644" sldId="285"/>
            <ac:spMk id="13" creationId="{7BC809DC-76D9-596D-6589-125D17D8D3BA}"/>
          </ac:spMkLst>
        </pc:spChg>
        <pc:spChg chg="add mod">
          <ac:chgData name="Renan Xavier Cortes" userId="d6af805853004405" providerId="LiveId" clId="{0BA8E8E9-B125-48E7-99E5-FF2AE049C70B}" dt="2026-01-30T18:20:15.255" v="790" actId="688"/>
          <ac:spMkLst>
            <pc:docMk/>
            <pc:sldMk cId="1898170644" sldId="285"/>
            <ac:spMk id="15" creationId="{B6964FCF-51EE-EA2F-DE50-4EA3EB3CB1D8}"/>
          </ac:spMkLst>
        </pc:spChg>
        <pc:spChg chg="add mod">
          <ac:chgData name="Renan Xavier Cortes" userId="d6af805853004405" providerId="LiveId" clId="{0BA8E8E9-B125-48E7-99E5-FF2AE049C70B}" dt="2026-01-30T18:20:53.050" v="812" actId="1076"/>
          <ac:spMkLst>
            <pc:docMk/>
            <pc:sldMk cId="1898170644" sldId="285"/>
            <ac:spMk id="16" creationId="{4859C04D-86CA-F518-99BC-C7117D190A01}"/>
          </ac:spMkLst>
        </pc:spChg>
        <pc:spChg chg="add mod">
          <ac:chgData name="Renan Xavier Cortes" userId="d6af805853004405" providerId="LiveId" clId="{0BA8E8E9-B125-48E7-99E5-FF2AE049C70B}" dt="2026-01-30T18:21:05.682" v="814" actId="207"/>
          <ac:spMkLst>
            <pc:docMk/>
            <pc:sldMk cId="1898170644" sldId="285"/>
            <ac:spMk id="17" creationId="{0AA5E78F-0EC1-F25D-BAA5-F06578A9EAF2}"/>
          </ac:spMkLst>
        </pc:spChg>
        <pc:picChg chg="add del mod">
          <ac:chgData name="Renan Xavier Cortes" userId="d6af805853004405" providerId="LiveId" clId="{0BA8E8E9-B125-48E7-99E5-FF2AE049C70B}" dt="2026-01-30T18:18:23.126" v="766" actId="478"/>
          <ac:picMkLst>
            <pc:docMk/>
            <pc:sldMk cId="1898170644" sldId="285"/>
            <ac:picMk id="6" creationId="{74846F88-F7F2-EC78-A658-84E6E5EC1913}"/>
          </ac:picMkLst>
        </pc:picChg>
        <pc:picChg chg="add del">
          <ac:chgData name="Renan Xavier Cortes" userId="d6af805853004405" providerId="LiveId" clId="{0BA8E8E9-B125-48E7-99E5-FF2AE049C70B}" dt="2026-01-30T18:18:48.635" v="768" actId="478"/>
          <ac:picMkLst>
            <pc:docMk/>
            <pc:sldMk cId="1898170644" sldId="285"/>
            <ac:picMk id="10" creationId="{CFFA2CE8-D5A0-A793-D0D4-0C53622DD2C4}"/>
          </ac:picMkLst>
        </pc:picChg>
        <pc:picChg chg="add mod">
          <ac:chgData name="Renan Xavier Cortes" userId="d6af805853004405" providerId="LiveId" clId="{0BA8E8E9-B125-48E7-99E5-FF2AE049C70B}" dt="2026-01-30T18:18:54.884" v="772" actId="1076"/>
          <ac:picMkLst>
            <pc:docMk/>
            <pc:sldMk cId="1898170644" sldId="285"/>
            <ac:picMk id="12" creationId="{4621C7BA-1C4B-DC54-E553-FFC5F2F46284}"/>
          </ac:picMkLst>
        </pc:picChg>
        <pc:picChg chg="del">
          <ac:chgData name="Renan Xavier Cortes" userId="d6af805853004405" providerId="LiveId" clId="{0BA8E8E9-B125-48E7-99E5-FF2AE049C70B}" dt="2026-01-30T18:17:44.612" v="763" actId="478"/>
          <ac:picMkLst>
            <pc:docMk/>
            <pc:sldMk cId="1898170644" sldId="285"/>
            <ac:picMk id="14" creationId="{66D5F913-E036-0C90-2585-FC1BE75D2661}"/>
          </ac:picMkLst>
        </pc:picChg>
        <pc:picChg chg="add mod">
          <ac:chgData name="Renan Xavier Cortes" userId="d6af805853004405" providerId="LiveId" clId="{0BA8E8E9-B125-48E7-99E5-FF2AE049C70B}" dt="2026-01-30T18:19:57.819" v="785" actId="1076"/>
          <ac:picMkLst>
            <pc:docMk/>
            <pc:sldMk cId="1898170644" sldId="285"/>
            <ac:picMk id="9218" creationId="{8BF099EC-B414-F0A7-F14F-BCD9F036C6A3}"/>
          </ac:picMkLst>
        </pc:picChg>
        <pc:picChg chg="add mod">
          <ac:chgData name="Renan Xavier Cortes" userId="d6af805853004405" providerId="LiveId" clId="{0BA8E8E9-B125-48E7-99E5-FF2AE049C70B}" dt="2026-01-30T18:19:59.226" v="786" actId="1076"/>
          <ac:picMkLst>
            <pc:docMk/>
            <pc:sldMk cId="1898170644" sldId="285"/>
            <ac:picMk id="9220" creationId="{BBB20CEF-9EAB-1332-8928-BECDF1ADAFD2}"/>
          </ac:picMkLst>
        </pc:picChg>
      </pc:sldChg>
      <pc:sldChg chg="addSp delSp modSp add mod">
        <pc:chgData name="Renan Xavier Cortes" userId="d6af805853004405" providerId="LiveId" clId="{0BA8E8E9-B125-48E7-99E5-FF2AE049C70B}" dt="2026-01-30T18:54:25.383" v="1016" actId="20577"/>
        <pc:sldMkLst>
          <pc:docMk/>
          <pc:sldMk cId="2966562894" sldId="286"/>
        </pc:sldMkLst>
        <pc:spChg chg="add mod">
          <ac:chgData name="Renan Xavier Cortes" userId="d6af805853004405" providerId="LiveId" clId="{0BA8E8E9-B125-48E7-99E5-FF2AE049C70B}" dt="2026-01-30T18:54:25.383" v="1016" actId="20577"/>
          <ac:spMkLst>
            <pc:docMk/>
            <pc:sldMk cId="2966562894" sldId="286"/>
            <ac:spMk id="5" creationId="{F2624F6B-82DC-9F70-64FE-D06E7883EB97}"/>
          </ac:spMkLst>
        </pc:spChg>
        <pc:spChg chg="mod">
          <ac:chgData name="Renan Xavier Cortes" userId="d6af805853004405" providerId="LiveId" clId="{0BA8E8E9-B125-48E7-99E5-FF2AE049C70B}" dt="2026-01-30T18:34:19.496" v="834" actId="20577"/>
          <ac:spMkLst>
            <pc:docMk/>
            <pc:sldMk cId="2966562894" sldId="286"/>
            <ac:spMk id="8" creationId="{39AE06C5-34BE-4D68-97C3-4C07702C2DF6}"/>
          </ac:spMkLst>
        </pc:spChg>
        <pc:spChg chg="del">
          <ac:chgData name="Renan Xavier Cortes" userId="d6af805853004405" providerId="LiveId" clId="{0BA8E8E9-B125-48E7-99E5-FF2AE049C70B}" dt="2026-01-30T18:34:25.110" v="838" actId="478"/>
          <ac:spMkLst>
            <pc:docMk/>
            <pc:sldMk cId="2966562894" sldId="286"/>
            <ac:spMk id="13" creationId="{7BC809DC-76D9-596D-6589-125D17D8D3BA}"/>
          </ac:spMkLst>
        </pc:spChg>
        <pc:spChg chg="del">
          <ac:chgData name="Renan Xavier Cortes" userId="d6af805853004405" providerId="LiveId" clId="{0BA8E8E9-B125-48E7-99E5-FF2AE049C70B}" dt="2026-01-30T18:34:24.289" v="837" actId="478"/>
          <ac:spMkLst>
            <pc:docMk/>
            <pc:sldMk cId="2966562894" sldId="286"/>
            <ac:spMk id="15" creationId="{B6964FCF-51EE-EA2F-DE50-4EA3EB3CB1D8}"/>
          </ac:spMkLst>
        </pc:spChg>
        <pc:spChg chg="del">
          <ac:chgData name="Renan Xavier Cortes" userId="d6af805853004405" providerId="LiveId" clId="{0BA8E8E9-B125-48E7-99E5-FF2AE049C70B}" dt="2026-01-30T18:34:23.012" v="836" actId="478"/>
          <ac:spMkLst>
            <pc:docMk/>
            <pc:sldMk cId="2966562894" sldId="286"/>
            <ac:spMk id="16" creationId="{4859C04D-86CA-F518-99BC-C7117D190A01}"/>
          </ac:spMkLst>
        </pc:spChg>
        <pc:spChg chg="del">
          <ac:chgData name="Renan Xavier Cortes" userId="d6af805853004405" providerId="LiveId" clId="{0BA8E8E9-B125-48E7-99E5-FF2AE049C70B}" dt="2026-01-30T18:34:28.973" v="841" actId="478"/>
          <ac:spMkLst>
            <pc:docMk/>
            <pc:sldMk cId="2966562894" sldId="286"/>
            <ac:spMk id="17" creationId="{0AA5E78F-0EC1-F25D-BAA5-F06578A9EAF2}"/>
          </ac:spMkLst>
        </pc:spChg>
        <pc:picChg chg="del">
          <ac:chgData name="Renan Xavier Cortes" userId="d6af805853004405" providerId="LiveId" clId="{0BA8E8E9-B125-48E7-99E5-FF2AE049C70B}" dt="2026-01-30T18:34:27.934" v="840" actId="478"/>
          <ac:picMkLst>
            <pc:docMk/>
            <pc:sldMk cId="2966562894" sldId="286"/>
            <ac:picMk id="12" creationId="{4621C7BA-1C4B-DC54-E553-FFC5F2F46284}"/>
          </ac:picMkLst>
        </pc:picChg>
        <pc:picChg chg="del">
          <ac:chgData name="Renan Xavier Cortes" userId="d6af805853004405" providerId="LiveId" clId="{0BA8E8E9-B125-48E7-99E5-FF2AE049C70B}" dt="2026-01-30T18:34:21.574" v="835" actId="478"/>
          <ac:picMkLst>
            <pc:docMk/>
            <pc:sldMk cId="2966562894" sldId="286"/>
            <ac:picMk id="9218" creationId="{8BF099EC-B414-F0A7-F14F-BCD9F036C6A3}"/>
          </ac:picMkLst>
        </pc:picChg>
        <pc:picChg chg="del">
          <ac:chgData name="Renan Xavier Cortes" userId="d6af805853004405" providerId="LiveId" clId="{0BA8E8E9-B125-48E7-99E5-FF2AE049C70B}" dt="2026-01-30T18:34:25.479" v="839" actId="478"/>
          <ac:picMkLst>
            <pc:docMk/>
            <pc:sldMk cId="2966562894" sldId="286"/>
            <ac:picMk id="9220" creationId="{BBB20CEF-9EAB-1332-8928-BECDF1ADAFD2}"/>
          </ac:picMkLst>
        </pc:picChg>
      </pc:sldChg>
      <pc:sldChg chg="addSp delSp modSp add mod">
        <pc:chgData name="Renan Xavier Cortes" userId="d6af805853004405" providerId="LiveId" clId="{0BA8E8E9-B125-48E7-99E5-FF2AE049C70B}" dt="2026-01-30T18:59:42.183" v="1080" actId="1076"/>
        <pc:sldMkLst>
          <pc:docMk/>
          <pc:sldMk cId="3087675632" sldId="287"/>
        </pc:sldMkLst>
        <pc:spChg chg="del">
          <ac:chgData name="Renan Xavier Cortes" userId="d6af805853004405" providerId="LiveId" clId="{0BA8E8E9-B125-48E7-99E5-FF2AE049C70B}" dt="2026-01-30T18:49:08.248" v="925" actId="478"/>
          <ac:spMkLst>
            <pc:docMk/>
            <pc:sldMk cId="3087675632" sldId="287"/>
            <ac:spMk id="5" creationId="{F2624F6B-82DC-9F70-64FE-D06E7883EB97}"/>
          </ac:spMkLst>
        </pc:spChg>
        <pc:spChg chg="mod">
          <ac:chgData name="Renan Xavier Cortes" userId="d6af805853004405" providerId="LiveId" clId="{0BA8E8E9-B125-48E7-99E5-FF2AE049C70B}" dt="2026-01-30T18:40:55.554" v="924" actId="20577"/>
          <ac:spMkLst>
            <pc:docMk/>
            <pc:sldMk cId="3087675632" sldId="287"/>
            <ac:spMk id="8" creationId="{39AE06C5-34BE-4D68-97C3-4C07702C2DF6}"/>
          </ac:spMkLst>
        </pc:spChg>
        <pc:spChg chg="add mod">
          <ac:chgData name="Renan Xavier Cortes" userId="d6af805853004405" providerId="LiveId" clId="{0BA8E8E9-B125-48E7-99E5-FF2AE049C70B}" dt="2026-01-30T18:59:42.183" v="1080" actId="1076"/>
          <ac:spMkLst>
            <pc:docMk/>
            <pc:sldMk cId="3087675632" sldId="287"/>
            <ac:spMk id="11" creationId="{85AF6F3B-4D71-E85E-1F72-182EAAEF4979}"/>
          </ac:spMkLst>
        </pc:spChg>
        <pc:picChg chg="add mod">
          <ac:chgData name="Renan Xavier Cortes" userId="d6af805853004405" providerId="LiveId" clId="{0BA8E8E9-B125-48E7-99E5-FF2AE049C70B}" dt="2026-01-30T18:58:17.623" v="1017" actId="1076"/>
          <ac:picMkLst>
            <pc:docMk/>
            <pc:sldMk cId="3087675632" sldId="287"/>
            <ac:picMk id="6" creationId="{450B757C-90A4-91C2-4668-9700F8A96B36}"/>
          </ac:picMkLst>
        </pc:picChg>
        <pc:picChg chg="add mod">
          <ac:chgData name="Renan Xavier Cortes" userId="d6af805853004405" providerId="LiveId" clId="{0BA8E8E9-B125-48E7-99E5-FF2AE049C70B}" dt="2026-01-30T18:59:10.178" v="1033" actId="1076"/>
          <ac:picMkLst>
            <pc:docMk/>
            <pc:sldMk cId="3087675632" sldId="287"/>
            <ac:picMk id="10" creationId="{565083B5-96D9-7A91-00E9-BBF336F88774}"/>
          </ac:picMkLst>
        </pc:picChg>
        <pc:picChg chg="add mod">
          <ac:chgData name="Renan Xavier Cortes" userId="d6af805853004405" providerId="LiveId" clId="{0BA8E8E9-B125-48E7-99E5-FF2AE049C70B}" dt="2026-01-30T18:59:08.536" v="1032" actId="1076"/>
          <ac:picMkLst>
            <pc:docMk/>
            <pc:sldMk cId="3087675632" sldId="287"/>
            <ac:picMk id="14338" creationId="{CDAB66C6-0618-9AE7-E595-954FBCD556B2}"/>
          </ac:picMkLst>
        </pc:picChg>
      </pc:sldChg>
      <pc:sldChg chg="addSp delSp modSp add mod">
        <pc:chgData name="Renan Xavier Cortes" userId="d6af805853004405" providerId="LiveId" clId="{0BA8E8E9-B125-48E7-99E5-FF2AE049C70B}" dt="2026-01-30T19:09:37.244" v="1103" actId="1076"/>
        <pc:sldMkLst>
          <pc:docMk/>
          <pc:sldMk cId="3620501741" sldId="288"/>
        </pc:sldMkLst>
        <pc:picChg chg="add mod">
          <ac:chgData name="Renan Xavier Cortes" userId="d6af805853004405" providerId="LiveId" clId="{0BA8E8E9-B125-48E7-99E5-FF2AE049C70B}" dt="2026-01-30T19:02:46.284" v="1085" actId="1076"/>
          <ac:picMkLst>
            <pc:docMk/>
            <pc:sldMk cId="3620501741" sldId="288"/>
            <ac:picMk id="5" creationId="{279B75A2-B6BA-F33E-A3C3-EB407279DC02}"/>
          </ac:picMkLst>
        </pc:picChg>
        <pc:picChg chg="del">
          <ac:chgData name="Renan Xavier Cortes" userId="d6af805853004405" providerId="LiveId" clId="{0BA8E8E9-B125-48E7-99E5-FF2AE049C70B}" dt="2026-01-30T19:02:41.719" v="1082" actId="478"/>
          <ac:picMkLst>
            <pc:docMk/>
            <pc:sldMk cId="3620501741" sldId="288"/>
            <ac:picMk id="6" creationId="{450B757C-90A4-91C2-4668-9700F8A96B36}"/>
          </ac:picMkLst>
        </pc:picChg>
        <pc:picChg chg="del">
          <ac:chgData name="Renan Xavier Cortes" userId="d6af805853004405" providerId="LiveId" clId="{0BA8E8E9-B125-48E7-99E5-FF2AE049C70B}" dt="2026-01-30T19:02:49.520" v="1087" actId="478"/>
          <ac:picMkLst>
            <pc:docMk/>
            <pc:sldMk cId="3620501741" sldId="288"/>
            <ac:picMk id="10" creationId="{565083B5-96D9-7A91-00E9-BBF336F88774}"/>
          </ac:picMkLst>
        </pc:picChg>
        <pc:picChg chg="add mod">
          <ac:chgData name="Renan Xavier Cortes" userId="d6af805853004405" providerId="LiveId" clId="{0BA8E8E9-B125-48E7-99E5-FF2AE049C70B}" dt="2026-01-30T19:09:06.863" v="1098" actId="1076"/>
          <ac:picMkLst>
            <pc:docMk/>
            <pc:sldMk cId="3620501741" sldId="288"/>
            <ac:picMk id="12" creationId="{18D42177-0419-B410-497F-34B298BD04D9}"/>
          </ac:picMkLst>
        </pc:picChg>
        <pc:picChg chg="del">
          <ac:chgData name="Renan Xavier Cortes" userId="d6af805853004405" providerId="LiveId" clId="{0BA8E8E9-B125-48E7-99E5-FF2AE049C70B}" dt="2026-01-30T19:02:48.868" v="1086" actId="478"/>
          <ac:picMkLst>
            <pc:docMk/>
            <pc:sldMk cId="3620501741" sldId="288"/>
            <ac:picMk id="14338" creationId="{CDAB66C6-0618-9AE7-E595-954FBCD556B2}"/>
          </ac:picMkLst>
        </pc:picChg>
        <pc:picChg chg="add mod">
          <ac:chgData name="Renan Xavier Cortes" userId="d6af805853004405" providerId="LiveId" clId="{0BA8E8E9-B125-48E7-99E5-FF2AE049C70B}" dt="2026-01-30T19:09:37.244" v="1103" actId="1076"/>
          <ac:picMkLst>
            <pc:docMk/>
            <pc:sldMk cId="3620501741" sldId="288"/>
            <ac:picMk id="17410" creationId="{646FC52F-E772-240C-A704-375581B943DC}"/>
          </ac:picMkLst>
        </pc:picChg>
      </pc:sldChg>
      <pc:sldChg chg="addSp delSp modSp add mod">
        <pc:chgData name="Renan Xavier Cortes" userId="d6af805853004405" providerId="LiveId" clId="{0BA8E8E9-B125-48E7-99E5-FF2AE049C70B}" dt="2026-01-30T19:14:24.953" v="1119" actId="14100"/>
        <pc:sldMkLst>
          <pc:docMk/>
          <pc:sldMk cId="1994638839" sldId="289"/>
        </pc:sldMkLst>
        <pc:picChg chg="del">
          <ac:chgData name="Renan Xavier Cortes" userId="d6af805853004405" providerId="LiveId" clId="{0BA8E8E9-B125-48E7-99E5-FF2AE049C70B}" dt="2026-01-30T19:03:29.633" v="1089" actId="478"/>
          <ac:picMkLst>
            <pc:docMk/>
            <pc:sldMk cId="1994638839" sldId="289"/>
            <ac:picMk id="5" creationId="{279B75A2-B6BA-F33E-A3C3-EB407279DC02}"/>
          </ac:picMkLst>
        </pc:picChg>
        <pc:picChg chg="add mod">
          <ac:chgData name="Renan Xavier Cortes" userId="d6af805853004405" providerId="LiveId" clId="{0BA8E8E9-B125-48E7-99E5-FF2AE049C70B}" dt="2026-01-30T19:03:34.152" v="1093" actId="1076"/>
          <ac:picMkLst>
            <pc:docMk/>
            <pc:sldMk cId="1994638839" sldId="289"/>
            <ac:picMk id="6" creationId="{F4C9F43A-D801-6C4C-749E-640F2B4DC58C}"/>
          </ac:picMkLst>
        </pc:picChg>
        <pc:picChg chg="add mod">
          <ac:chgData name="Renan Xavier Cortes" userId="d6af805853004405" providerId="LiveId" clId="{0BA8E8E9-B125-48E7-99E5-FF2AE049C70B}" dt="2026-01-30T19:14:15.363" v="1114" actId="1076"/>
          <ac:picMkLst>
            <pc:docMk/>
            <pc:sldMk cId="1994638839" sldId="289"/>
            <ac:picMk id="10" creationId="{5CAD7235-B047-7C66-1010-DB8A2C69C51B}"/>
          </ac:picMkLst>
        </pc:picChg>
        <pc:picChg chg="add mod">
          <ac:chgData name="Renan Xavier Cortes" userId="d6af805853004405" providerId="LiveId" clId="{0BA8E8E9-B125-48E7-99E5-FF2AE049C70B}" dt="2026-01-30T19:14:24.953" v="1119" actId="14100"/>
          <ac:picMkLst>
            <pc:docMk/>
            <pc:sldMk cId="1994638839" sldId="289"/>
            <ac:picMk id="16386" creationId="{CC896A00-DD0A-4FE9-2187-844C24166B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F8303-3E6A-4B9A-B114-90BC2476355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88D93-34D3-419D-AEF5-A26FFAFED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84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214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842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50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555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481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992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504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406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853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483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686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075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001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138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992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275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574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568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11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0869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4579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29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63832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503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A2F1A-6080-4971-A33A-95DF4E2C1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C7BBF8-A856-4691-86E9-61C95CD78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DF215-E0F5-4E53-AFCC-DD74CE94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ECCCF-D57C-4E63-90AC-F37211C0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CD0B4D-A53B-4ED2-9A41-D4FC8427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47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B0EEA-4F78-4E38-9ED2-DD5AF755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7117B-6FD5-4FBE-9BE2-CB00353D1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21908-9106-40EE-9D59-7FE2DEE7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90C1E-550B-4128-A365-102682BC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3C078F-A828-40D5-A573-CA8EDC84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74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3BA94-E44D-4113-AB97-76F7ABA1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903A6-EF30-44F9-88BA-82E7E926C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12E0A-92EE-4787-8D04-1615ACA0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A5D4-A7CD-4E3F-AE31-CA24C20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D66-07D3-4854-B32E-832F2E2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7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5934C-0EDE-4057-BE6C-235C607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426AF-CEA6-4BDE-96F1-3CF3A57A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770036-7E06-441B-9252-F2808F5C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26713C-5551-4039-BBDD-7AAB6A6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64C2AE-FE0D-4A45-AD21-6FCABBC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31E159-EE6F-4E08-A5B9-CD9707D5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64D24-94F1-4728-81BD-3B6331D4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AED82-79E6-4099-8FF4-42649D89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8FE2C-3ABE-4031-9129-CF7C9F7E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113761-E86A-43EA-A9A3-750006308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E22E0D-C9AF-4309-8053-9249474C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3D3C56-41B0-422A-A943-B4EA7F9D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26DBC2-3AB1-49A5-8631-0CB38290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F1EEBF-72E9-480C-B6A8-3609ADF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76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93A-EACA-4917-B9E7-FECB3B6F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E60EE8-DBED-4911-90A1-50437C09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8ECA24-10A4-4B51-B723-02B8B1DB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8F9ADD-BBF7-41C6-A202-5B264A42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513048-08F8-4883-9EA5-1E7B6CCB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5399C3-67BB-4737-8C27-29F84E03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B27110-BB70-4555-BBAC-6ACBE33F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10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9EFBA-78F4-450C-92DB-9201AD1D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31438-A0E9-47F4-837F-1A6FDF8B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E379A0-52DC-45C9-A2AE-71834F8A8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AE1890-0E67-4F76-8EFC-E9CA29D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47BF3-0E6B-47A4-8A7F-1AAFE8D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CAFA31-F597-4185-A24F-BB0C97C8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40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B7317-23BB-4E76-825A-3673A701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43038B-B844-4BDD-8294-B4014D052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F181FB-BAE0-425C-9A4E-B829AEC2C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63716-0CEB-4049-86D9-B070FB9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949B01-B8E0-4DDC-9830-7F85F3E9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52E4E6-64E5-45E0-91BC-5ACF0998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67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0216F-B8DE-46CC-96B5-D27A51CC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2720DD-91FF-4D7E-9FFA-BC396519B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BDF20-FCA5-4827-B32B-BF615E94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82B8FE-20B3-4543-BF01-B49FDA7B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9FD039-C296-45D4-B0F9-9D693AC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75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60417A-1345-44E5-9494-1F390040F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E643A3-BCAB-4E6B-B54F-CFF16EC5E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B49B7-665F-4BDD-A62C-828FCF54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7CB32-49A2-409E-AC2E-CAAD16A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66B1A-67AB-47F4-A2BF-62E81C6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10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1743C5-3550-4161-8C2E-999F18D2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12811-F0AC-47D3-A496-FF7F3F32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DA4EB-2FEF-438C-8FB9-E48B1F950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E400-4242-4B09-9036-D13CC6199FDE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CDAF4-4CC6-4E3B-B309-E38CAC19A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EC0242-51F6-4031-8024-8A8EE0CB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92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ufrgs.br/probabilidade-estatistica/slides/slides_3/3-2_Testes%20de%20Hipoteses_Medias.pdf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BAB02-4578-42EC-A9FB-F4446897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MAT02201 – Métodos Estatísticos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4682F1-DCA0-4D32-9C18-17426E59B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Prof. Renan Xavier Cortes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9A408B-D762-44A8-8FB9-8DC0FA83E7C6}"/>
              </a:ext>
            </a:extLst>
          </p:cNvPr>
          <p:cNvSpPr txBox="1"/>
          <p:nvPr/>
        </p:nvSpPr>
        <p:spPr>
          <a:xfrm>
            <a:off x="1372772" y="4429919"/>
            <a:ext cx="9446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Teste de hipóteses: Teste z e Teste t de </a:t>
            </a:r>
            <a:r>
              <a:rPr lang="pt-BR" sz="2400" b="1" i="1" dirty="0" err="1"/>
              <a:t>Student</a:t>
            </a:r>
            <a:endParaRPr lang="pt-BR" sz="2400" b="1" i="1" dirty="0"/>
          </a:p>
        </p:txBody>
      </p:sp>
      <p:pic>
        <p:nvPicPr>
          <p:cNvPr id="6" name="Picture 2" descr="UFRGS na Serra | Visão de futuro e coragem para inovar">
            <a:extLst>
              <a:ext uri="{FF2B5EF4-FFF2-40B4-BE49-F238E27FC236}">
                <a16:creationId xmlns:a16="http://schemas.microsoft.com/office/drawing/2014/main" id="{4A7AADD9-77E1-D9FD-8C50-C80FC3FC3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889B0-5ADD-C328-CACF-DD27112D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73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499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Cronograma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568100" y="1430192"/>
            <a:ext cx="11055800" cy="4700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200" b="1" dirty="0"/>
              <a:t>Teste de Hipótese: Conceitos Fundamentais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200" b="1" dirty="0"/>
              <a:t>Teste para a média populacional: variância populacional conhecida (teste z ou para n &gt; 30) e variância populacional desconhecida (teste t de </a:t>
            </a:r>
            <a:r>
              <a:rPr lang="pt-BR" sz="2200" b="1" dirty="0" err="1"/>
              <a:t>Student</a:t>
            </a:r>
            <a:r>
              <a:rPr lang="pt-BR" sz="2200" b="1" dirty="0"/>
              <a:t> para n até 30).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200" b="1" dirty="0"/>
              <a:t>Teste t para amostras pareadas.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200" b="1" dirty="0"/>
              <a:t>Teste z ou t para amostras independentes.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200" b="1" dirty="0"/>
              <a:t>Teste com variâncias populacionais conhecidas (teste z).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200" b="1" dirty="0"/>
              <a:t>Teste com variâncias populacionais desconhecidas, mas iguais.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200" b="1" dirty="0"/>
              <a:t>Teste com variâncias populacionais desconhecidas, mas diferentes.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200" b="1" dirty="0"/>
              <a:t>Análise de artigo científico. Aplicação contextualizada do teste t.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1081990-45D7-CB61-A0B3-62303C6922B7}"/>
              </a:ext>
            </a:extLst>
          </p:cNvPr>
          <p:cNvSpPr txBox="1"/>
          <p:nvPr/>
        </p:nvSpPr>
        <p:spPr>
          <a:xfrm>
            <a:off x="803536" y="6642556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Alguns materiais adaptados de PEDRO A. BARBETTA – Estatística Aplicada às Ciências Sociais 6ed . Editora da UFSC, 2006</a:t>
            </a:r>
          </a:p>
        </p:txBody>
      </p:sp>
    </p:spTree>
    <p:extLst>
      <p:ext uri="{BB962C8B-B14F-4D97-AF65-F5344CB8AC3E}">
        <p14:creationId xmlns:p14="http://schemas.microsoft.com/office/powerpoint/2010/main" val="185971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Testes de Hipótese: Conceitos Fundamentais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C9E5C60-0C64-1A87-509B-0752ED1E5267}"/>
              </a:ext>
            </a:extLst>
          </p:cNvPr>
          <p:cNvSpPr txBox="1"/>
          <p:nvPr/>
        </p:nvSpPr>
        <p:spPr>
          <a:xfrm>
            <a:off x="3273964" y="1315367"/>
            <a:ext cx="5762694" cy="138499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População</a:t>
            </a:r>
          </a:p>
          <a:p>
            <a:pPr algn="ctr"/>
            <a:endParaRPr lang="pt-BR" sz="2800" b="1" dirty="0"/>
          </a:p>
          <a:p>
            <a:pPr algn="ctr"/>
            <a:r>
              <a:rPr lang="pt-BR" sz="2800" dirty="0"/>
              <a:t>Hipótese que se quer colocar à prova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542936-15A8-9DF9-FED3-9E96F9868512}"/>
              </a:ext>
            </a:extLst>
          </p:cNvPr>
          <p:cNvSpPr txBox="1"/>
          <p:nvPr/>
        </p:nvSpPr>
        <p:spPr>
          <a:xfrm>
            <a:off x="3930175" y="5022657"/>
            <a:ext cx="4570766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Amostra</a:t>
            </a:r>
          </a:p>
          <a:p>
            <a:pPr algn="ctr"/>
            <a:endParaRPr lang="pt-BR" sz="2000" b="1" dirty="0"/>
          </a:p>
          <a:p>
            <a:pPr algn="ctr"/>
            <a:r>
              <a:rPr lang="pt-BR" sz="2000" dirty="0"/>
              <a:t>Dados que servirão de base para aceitar ou rejeitar uma hipótese</a:t>
            </a:r>
          </a:p>
        </p:txBody>
      </p:sp>
      <p:sp>
        <p:nvSpPr>
          <p:cNvPr id="10" name="Seta: Curva para a Direita 9">
            <a:extLst>
              <a:ext uri="{FF2B5EF4-FFF2-40B4-BE49-F238E27FC236}">
                <a16:creationId xmlns:a16="http://schemas.microsoft.com/office/drawing/2014/main" id="{BB39F22E-DC44-3463-EA1C-86ED1CEF50F7}"/>
              </a:ext>
            </a:extLst>
          </p:cNvPr>
          <p:cNvSpPr/>
          <p:nvPr/>
        </p:nvSpPr>
        <p:spPr>
          <a:xfrm rot="21068671">
            <a:off x="2273026" y="2628592"/>
            <a:ext cx="930442" cy="303380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3561C52-2EA7-35DB-92E4-93EE920EFA7D}"/>
              </a:ext>
            </a:extLst>
          </p:cNvPr>
          <p:cNvSpPr txBox="1"/>
          <p:nvPr/>
        </p:nvSpPr>
        <p:spPr>
          <a:xfrm>
            <a:off x="-693326" y="3418456"/>
            <a:ext cx="3673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Amostragem</a:t>
            </a:r>
          </a:p>
        </p:txBody>
      </p:sp>
      <p:sp>
        <p:nvSpPr>
          <p:cNvPr id="12" name="Seta: Curva para a Direita 11">
            <a:extLst>
              <a:ext uri="{FF2B5EF4-FFF2-40B4-BE49-F238E27FC236}">
                <a16:creationId xmlns:a16="http://schemas.microsoft.com/office/drawing/2014/main" id="{DCFC7A52-CF5F-3F50-7E6B-5A9D4719DD71}"/>
              </a:ext>
            </a:extLst>
          </p:cNvPr>
          <p:cNvSpPr/>
          <p:nvPr/>
        </p:nvSpPr>
        <p:spPr>
          <a:xfrm rot="11323926">
            <a:off x="8927874" y="2443637"/>
            <a:ext cx="930442" cy="303380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39FAF1-10B9-A300-209C-98D6EA6CBB45}"/>
              </a:ext>
            </a:extLst>
          </p:cNvPr>
          <p:cNvSpPr txBox="1"/>
          <p:nvPr/>
        </p:nvSpPr>
        <p:spPr>
          <a:xfrm>
            <a:off x="9123622" y="3142715"/>
            <a:ext cx="3673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Decisão do </a:t>
            </a:r>
          </a:p>
          <a:p>
            <a:pPr algn="ctr"/>
            <a:r>
              <a:rPr lang="pt-BR" sz="2400" b="1" dirty="0"/>
              <a:t>Teste Estatístico</a:t>
            </a:r>
          </a:p>
        </p:txBody>
      </p:sp>
    </p:spTree>
    <p:extLst>
      <p:ext uri="{BB962C8B-B14F-4D97-AF65-F5344CB8AC3E}">
        <p14:creationId xmlns:p14="http://schemas.microsoft.com/office/powerpoint/2010/main" val="666381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Testes de Hipótese: Conceitos Fundamentais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FE7C643-FBA0-6E1D-D759-F8CDEE3C6683}"/>
              </a:ext>
            </a:extLst>
          </p:cNvPr>
          <p:cNvSpPr txBox="1"/>
          <p:nvPr/>
        </p:nvSpPr>
        <p:spPr>
          <a:xfrm>
            <a:off x="568100" y="1098634"/>
            <a:ext cx="11055800" cy="524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>
                <a:solidFill>
                  <a:srgbClr val="00B050"/>
                </a:solidFill>
              </a:rPr>
              <a:t> Problema: </a:t>
            </a:r>
            <a:r>
              <a:rPr lang="pt-BR" sz="2800" b="1" dirty="0"/>
              <a:t>Em uma região em estudo, a propensão de fumar nos homens é diferente do que das mulheres?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>
                <a:solidFill>
                  <a:srgbClr val="00B050"/>
                </a:solidFill>
              </a:rPr>
              <a:t>Hipótese nula, H</a:t>
            </a:r>
            <a:r>
              <a:rPr lang="pt-BR" sz="2800" b="1" baseline="-25000" dirty="0">
                <a:solidFill>
                  <a:srgbClr val="00B050"/>
                </a:solidFill>
              </a:rPr>
              <a:t>0</a:t>
            </a:r>
            <a:r>
              <a:rPr lang="pt-BR" sz="2800" b="1" dirty="0">
                <a:solidFill>
                  <a:srgbClr val="00B050"/>
                </a:solidFill>
              </a:rPr>
              <a:t>: </a:t>
            </a:r>
            <a:r>
              <a:rPr lang="pt-BR" sz="2800" b="1" dirty="0"/>
              <a:t>A proporção de homens fumantes é </a:t>
            </a:r>
            <a:r>
              <a:rPr lang="pt-BR" sz="2800" b="1" u="sng" dirty="0"/>
              <a:t>igual</a:t>
            </a:r>
            <a:r>
              <a:rPr lang="pt-BR" sz="2800" b="1" dirty="0"/>
              <a:t> à proporção de mulheres fumantes, na população em estudo.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>
                <a:solidFill>
                  <a:srgbClr val="00B050"/>
                </a:solidFill>
              </a:rPr>
              <a:t>Hipótese alternativa, H</a:t>
            </a:r>
            <a:r>
              <a:rPr lang="pt-BR" sz="2800" b="1" baseline="-25000" dirty="0">
                <a:solidFill>
                  <a:srgbClr val="00B050"/>
                </a:solidFill>
              </a:rPr>
              <a:t>1</a:t>
            </a:r>
            <a:r>
              <a:rPr lang="pt-BR" sz="2800" b="1" dirty="0">
                <a:solidFill>
                  <a:srgbClr val="00B050"/>
                </a:solidFill>
              </a:rPr>
              <a:t>: </a:t>
            </a:r>
            <a:r>
              <a:rPr lang="pt-BR" sz="2800" b="1" dirty="0"/>
              <a:t>A proporção de homens fumantes é </a:t>
            </a:r>
            <a:r>
              <a:rPr lang="pt-BR" sz="2800" b="1" u="sng" dirty="0"/>
              <a:t>diferente</a:t>
            </a:r>
            <a:r>
              <a:rPr lang="pt-BR" sz="2800" b="1" dirty="0"/>
              <a:t> da proporção de mulheres fumantes, na população em estudo. </a:t>
            </a:r>
          </a:p>
        </p:txBody>
      </p:sp>
    </p:spTree>
    <p:extLst>
      <p:ext uri="{BB962C8B-B14F-4D97-AF65-F5344CB8AC3E}">
        <p14:creationId xmlns:p14="http://schemas.microsoft.com/office/powerpoint/2010/main" val="2599020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Testes de Hipótese: Conceitos Fundamentais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FE7C643-FBA0-6E1D-D759-F8CDEE3C6683}"/>
              </a:ext>
            </a:extLst>
          </p:cNvPr>
          <p:cNvSpPr txBox="1"/>
          <p:nvPr/>
        </p:nvSpPr>
        <p:spPr>
          <a:xfrm>
            <a:off x="461729" y="1392790"/>
            <a:ext cx="11254933" cy="4531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>
                <a:solidFill>
                  <a:srgbClr val="00B050"/>
                </a:solidFill>
              </a:rPr>
              <a:t> Problema: </a:t>
            </a:r>
            <a:r>
              <a:rPr lang="pt-BR" sz="2400" b="1" dirty="0"/>
              <a:t>Um agrônomo deseja saber se uma nova cultivar 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2400" b="1" dirty="0"/>
              <a:t>de soja (Cultivar B) produz mais que a cultivar tradicional (Cultivar A).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>
                <a:solidFill>
                  <a:srgbClr val="00B050"/>
                </a:solidFill>
              </a:rPr>
              <a:t>Hipótese nula, H</a:t>
            </a:r>
            <a:r>
              <a:rPr lang="pt-BR" sz="2400" b="1" baseline="-25000" dirty="0">
                <a:solidFill>
                  <a:srgbClr val="00B050"/>
                </a:solidFill>
              </a:rPr>
              <a:t>0</a:t>
            </a:r>
            <a:r>
              <a:rPr lang="pt-BR" sz="2400" b="1" dirty="0">
                <a:solidFill>
                  <a:srgbClr val="00B050"/>
                </a:solidFill>
              </a:rPr>
              <a:t>: </a:t>
            </a:r>
            <a:r>
              <a:rPr lang="pt-BR" sz="2400" b="1" dirty="0"/>
              <a:t>A produtividade entre os dois cultivares é </a:t>
            </a:r>
            <a:r>
              <a:rPr lang="pt-BR" sz="2400" b="1" u="sng" dirty="0"/>
              <a:t>igual</a:t>
            </a:r>
            <a:r>
              <a:rPr lang="pt-BR" sz="2400" b="1" dirty="0"/>
              <a:t>, na população em estudo.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>
                <a:solidFill>
                  <a:srgbClr val="00B050"/>
                </a:solidFill>
              </a:rPr>
              <a:t>Hipótese alternativa, H</a:t>
            </a:r>
            <a:r>
              <a:rPr lang="pt-BR" sz="2400" b="1" baseline="-25000" dirty="0">
                <a:solidFill>
                  <a:srgbClr val="00B050"/>
                </a:solidFill>
              </a:rPr>
              <a:t>1</a:t>
            </a:r>
            <a:r>
              <a:rPr lang="pt-BR" sz="2400" b="1" dirty="0">
                <a:solidFill>
                  <a:srgbClr val="00B050"/>
                </a:solidFill>
              </a:rPr>
              <a:t>: </a:t>
            </a:r>
            <a:r>
              <a:rPr lang="pt-BR" sz="2400" b="1" dirty="0"/>
              <a:t>A produtividade entre os dois cultivares é </a:t>
            </a:r>
            <a:r>
              <a:rPr lang="pt-BR" sz="2400" b="1" u="sng" dirty="0"/>
              <a:t>diferente</a:t>
            </a:r>
            <a:r>
              <a:rPr lang="pt-BR" sz="2400" b="1" dirty="0"/>
              <a:t>, na população em estudo. </a:t>
            </a:r>
          </a:p>
        </p:txBody>
      </p:sp>
      <p:pic>
        <p:nvPicPr>
          <p:cNvPr id="1026" name="Picture 2" descr="Cultivares - FT Sementes">
            <a:extLst>
              <a:ext uri="{FF2B5EF4-FFF2-40B4-BE49-F238E27FC236}">
                <a16:creationId xmlns:a16="http://schemas.microsoft.com/office/drawing/2014/main" id="{FFE1DA74-50E1-8D06-6707-D39C7186D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001" y="987442"/>
            <a:ext cx="2691038" cy="134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421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EEA95C83-8CD3-44DB-73EC-F2D0722C7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963" y="2178439"/>
            <a:ext cx="8328073" cy="4437025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C00850-5717-C315-17A1-9A446B893F9F}"/>
              </a:ext>
            </a:extLst>
          </p:cNvPr>
          <p:cNvSpPr txBox="1"/>
          <p:nvPr/>
        </p:nvSpPr>
        <p:spPr>
          <a:xfrm>
            <a:off x="803536" y="6642556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Adaptado do material da Prof. Lisiane </a:t>
            </a:r>
            <a:r>
              <a:rPr lang="pt-BR" sz="900" dirty="0" err="1"/>
              <a:t>Selau</a:t>
            </a:r>
            <a:endParaRPr lang="pt-BR" sz="9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90B2D9D-A3B4-4583-BAAD-C62500A1C54C}"/>
              </a:ext>
            </a:extLst>
          </p:cNvPr>
          <p:cNvSpPr txBox="1"/>
          <p:nvPr/>
        </p:nvSpPr>
        <p:spPr>
          <a:xfrm>
            <a:off x="923136" y="1208359"/>
            <a:ext cx="8894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2400" b="1" dirty="0">
                <a:latin typeface="Cambria" panose="02040503050406030204" pitchFamily="18" charset="0"/>
                <a:ea typeface="Cambria" panose="02040503050406030204" pitchFamily="18" charset="0"/>
              </a:rPr>
              <a:t> Hipótese: </a:t>
            </a:r>
            <a:r>
              <a:rPr lang="pt-BR" sz="2400" b="0" i="0" dirty="0">
                <a:solidFill>
                  <a:srgbClr val="0A0A0A"/>
                </a:solidFill>
                <a:effectLst/>
                <a:latin typeface="Google Sans"/>
              </a:rPr>
              <a:t>Um pesquisador quer saber se o pH médio de uma amostra de solo em uma talhão é diferente de 6,0. </a:t>
            </a:r>
            <a:endParaRPr lang="pt-BR" sz="2400" dirty="0"/>
          </a:p>
        </p:txBody>
      </p:sp>
      <p:pic>
        <p:nvPicPr>
          <p:cNvPr id="1026" name="Picture 2" descr="Entenda o pH ou potencial hidrogeniônico de uma solução - Estado de Minas">
            <a:extLst>
              <a:ext uri="{FF2B5EF4-FFF2-40B4-BE49-F238E27FC236}">
                <a16:creationId xmlns:a16="http://schemas.microsoft.com/office/drawing/2014/main" id="{E96F652C-ED79-B48A-B4D1-033511EBF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379" y="785953"/>
            <a:ext cx="2000845" cy="120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C577709-E337-B041-BC31-0346D9BA50FD}"/>
              </a:ext>
            </a:extLst>
          </p:cNvPr>
          <p:cNvSpPr txBox="1"/>
          <p:nvPr/>
        </p:nvSpPr>
        <p:spPr>
          <a:xfrm>
            <a:off x="5350757" y="2687496"/>
            <a:ext cx="930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6,0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1C76B0-1D4A-03E0-53B9-4E70E11604B5}"/>
              </a:ext>
            </a:extLst>
          </p:cNvPr>
          <p:cNvSpPr txBox="1"/>
          <p:nvPr/>
        </p:nvSpPr>
        <p:spPr>
          <a:xfrm>
            <a:off x="5484517" y="5800667"/>
            <a:ext cx="930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6,3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EABC95-45DD-A9C8-3FD2-5B7927B48F7D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Testes de Hipótese: Conceitos Fundamentais</a:t>
            </a:r>
          </a:p>
        </p:txBody>
      </p:sp>
    </p:spTree>
    <p:extLst>
      <p:ext uri="{BB962C8B-B14F-4D97-AF65-F5344CB8AC3E}">
        <p14:creationId xmlns:p14="http://schemas.microsoft.com/office/powerpoint/2010/main" val="393153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C00850-5717-C315-17A1-9A446B893F9F}"/>
              </a:ext>
            </a:extLst>
          </p:cNvPr>
          <p:cNvSpPr txBox="1"/>
          <p:nvPr/>
        </p:nvSpPr>
        <p:spPr>
          <a:xfrm>
            <a:off x="803536" y="6627168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Adaptado do material da Prof. Lisiane </a:t>
            </a:r>
            <a:r>
              <a:rPr lang="pt-BR" sz="900" dirty="0" err="1"/>
              <a:t>Selau</a:t>
            </a:r>
            <a:endParaRPr lang="pt-BR" sz="9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2293822-A593-2B3F-8560-5F3C043F6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9072" y="1155390"/>
            <a:ext cx="9173855" cy="524900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9E24F5F-231C-D036-C6E7-020D65451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690" y="2587263"/>
            <a:ext cx="223998" cy="34844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EEAF659-A241-F2B5-85B2-29478C920869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Testes de Hipótese: Conceitos Fundamentais</a:t>
            </a:r>
          </a:p>
        </p:txBody>
      </p:sp>
    </p:spTree>
    <p:extLst>
      <p:ext uri="{BB962C8B-B14F-4D97-AF65-F5344CB8AC3E}">
        <p14:creationId xmlns:p14="http://schemas.microsoft.com/office/powerpoint/2010/main" val="3448787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Testes de Hipótese: Conceitos Fundamentais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FE7C643-FBA0-6E1D-D759-F8CDEE3C6683}"/>
              </a:ext>
            </a:extLst>
          </p:cNvPr>
          <p:cNvSpPr txBox="1"/>
          <p:nvPr/>
        </p:nvSpPr>
        <p:spPr>
          <a:xfrm>
            <a:off x="461729" y="1392790"/>
            <a:ext cx="11254933" cy="4480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 Suspeita-se que uma moeda não seja perfeitamente equilibrada (</a:t>
            </a:r>
            <a:r>
              <a:rPr lang="pt-BR" sz="2800" b="1" dirty="0" err="1"/>
              <a:t>probab</a:t>
            </a:r>
            <a:r>
              <a:rPr lang="pt-BR" sz="2800" b="1" dirty="0"/>
              <a:t>. de cara ≠ </a:t>
            </a:r>
            <a:r>
              <a:rPr lang="pt-BR" sz="2800" b="1" dirty="0" err="1"/>
              <a:t>probab</a:t>
            </a:r>
            <a:r>
              <a:rPr lang="pt-BR" sz="2800" b="1" dirty="0"/>
              <a:t>. de coroa ≠ 0,5).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Parâmetro: π = </a:t>
            </a:r>
            <a:r>
              <a:rPr lang="pt-BR" sz="2800" b="1" dirty="0" err="1"/>
              <a:t>probab</a:t>
            </a:r>
            <a:r>
              <a:rPr lang="pt-BR" sz="2800" b="1" dirty="0"/>
              <a:t>. de cara</a:t>
            </a:r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r>
              <a:rPr lang="pt-BR" sz="4000" b="1" dirty="0"/>
              <a:t>H</a:t>
            </a:r>
            <a:r>
              <a:rPr lang="pt-BR" sz="4000" b="1" baseline="-25000" dirty="0"/>
              <a:t>0</a:t>
            </a:r>
            <a:r>
              <a:rPr lang="pt-BR" sz="4000" b="1" dirty="0"/>
              <a:t>: π = 0,5  </a:t>
            </a:r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r>
              <a:rPr lang="pt-BR" sz="4000" b="1" dirty="0"/>
              <a:t>H</a:t>
            </a:r>
            <a:r>
              <a:rPr lang="pt-BR" sz="4000" b="1" baseline="-25000" dirty="0"/>
              <a:t>1</a:t>
            </a:r>
            <a:r>
              <a:rPr lang="pt-BR" sz="4000" b="1" dirty="0"/>
              <a:t>: π≠0,5</a:t>
            </a:r>
          </a:p>
        </p:txBody>
      </p:sp>
    </p:spTree>
    <p:extLst>
      <p:ext uri="{BB962C8B-B14F-4D97-AF65-F5344CB8AC3E}">
        <p14:creationId xmlns:p14="http://schemas.microsoft.com/office/powerpoint/2010/main" val="481677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Amostragem para o exemplo da moeda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FE7C643-FBA0-6E1D-D759-F8CDEE3C6683}"/>
              </a:ext>
            </a:extLst>
          </p:cNvPr>
          <p:cNvSpPr txBox="1"/>
          <p:nvPr/>
        </p:nvSpPr>
        <p:spPr>
          <a:xfrm>
            <a:off x="461729" y="1392790"/>
            <a:ext cx="11254933" cy="4486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3200" b="1" dirty="0"/>
              <a:t> </a:t>
            </a:r>
            <a:r>
              <a:rPr lang="pt-BR" sz="3200" b="1" dirty="0">
                <a:solidFill>
                  <a:srgbClr val="00B050"/>
                </a:solidFill>
              </a:rPr>
              <a:t>Amostragem: </a:t>
            </a:r>
            <a:r>
              <a:rPr lang="pt-BR" sz="3200" b="1" dirty="0"/>
              <a:t>n = 10 lançamentos da moeda.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3200" b="1" dirty="0"/>
              <a:t> </a:t>
            </a:r>
            <a:r>
              <a:rPr lang="pt-BR" sz="3200" b="1" dirty="0">
                <a:solidFill>
                  <a:srgbClr val="00B050"/>
                </a:solidFill>
              </a:rPr>
              <a:t>Estatística do teste</a:t>
            </a:r>
            <a:r>
              <a:rPr lang="pt-BR" sz="3200" b="1" dirty="0"/>
              <a:t>: Y = número total de caras nos n = 10 lançamentos.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3200" b="1" dirty="0"/>
              <a:t> </a:t>
            </a:r>
            <a:r>
              <a:rPr lang="pt-BR" sz="3200" b="1" dirty="0">
                <a:solidFill>
                  <a:srgbClr val="00B050"/>
                </a:solidFill>
              </a:rPr>
              <a:t>Amostra (após realizado os 10 lançamentos)</a:t>
            </a:r>
            <a:r>
              <a:rPr lang="pt-BR" sz="3200" b="1" dirty="0"/>
              <a:t>: 7 caras (3 coroas)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3200" b="1" dirty="0"/>
              <a:t>Qual deve ser a decisão do teste? (Aceita H</a:t>
            </a:r>
            <a:r>
              <a:rPr lang="pt-BR" sz="3200" b="1" baseline="-25000" dirty="0"/>
              <a:t>0</a:t>
            </a:r>
            <a:r>
              <a:rPr lang="pt-BR" sz="3200" b="1" dirty="0"/>
              <a:t> ou rejeita H</a:t>
            </a:r>
            <a:r>
              <a:rPr lang="pt-BR" sz="3200" b="1" baseline="-25000" dirty="0"/>
              <a:t>0</a:t>
            </a:r>
            <a:r>
              <a:rPr lang="pt-BR" sz="3200" b="1" dirty="0"/>
              <a:t> em favor de H</a:t>
            </a:r>
            <a:r>
              <a:rPr lang="pt-BR" sz="3200" b="1" baseline="-25000" dirty="0"/>
              <a:t>1</a:t>
            </a:r>
            <a:r>
              <a:rPr lang="pt-BR" sz="3200" b="1" dirty="0"/>
              <a:t>?)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2472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de Referência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FE7C643-FBA0-6E1D-D759-F8CDEE3C6683}"/>
              </a:ext>
            </a:extLst>
          </p:cNvPr>
          <p:cNvSpPr txBox="1"/>
          <p:nvPr/>
        </p:nvSpPr>
        <p:spPr>
          <a:xfrm>
            <a:off x="461729" y="1154334"/>
            <a:ext cx="11254933" cy="570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3200" b="1" dirty="0"/>
              <a:t> O que pode ocorrer na amostra de n = 10 lançamentos, se H</a:t>
            </a:r>
            <a:r>
              <a:rPr lang="pt-BR" sz="3200" b="1" baseline="-25000" dirty="0"/>
              <a:t>0</a:t>
            </a:r>
            <a:r>
              <a:rPr lang="pt-BR" sz="3200" b="1" dirty="0"/>
              <a:t> for verdadeira (moeda honesta)?</a:t>
            </a:r>
          </a:p>
          <a:p>
            <a:pPr marL="914400" lvl="1" indent="-457200">
              <a:lnSpc>
                <a:spcPct val="150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pt-BR" sz="2800" dirty="0"/>
              <a:t>Y tem uma chamada distribuição binomial com n = 10 e π = 0,5.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32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3200" b="1" dirty="0"/>
              <a:t>A ideia é comparar o resultado observado (7 caras) com essa distribuição de referência.</a:t>
            </a:r>
          </a:p>
          <a:p>
            <a:pPr marL="914400" lvl="1" indent="-457200">
              <a:lnSpc>
                <a:spcPct val="150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pt-BR" sz="2800" dirty="0"/>
              <a:t>Se o resultado for muito “estranho” para essa distribuição, o teste rejeita H0.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897466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de Referência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FE7C643-FBA0-6E1D-D759-F8CDEE3C6683}"/>
              </a:ext>
            </a:extLst>
          </p:cNvPr>
          <p:cNvSpPr txBox="1"/>
          <p:nvPr/>
        </p:nvSpPr>
        <p:spPr>
          <a:xfrm>
            <a:off x="461729" y="1154334"/>
            <a:ext cx="11254933" cy="570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3200" b="1" dirty="0"/>
              <a:t> O que pode ocorrer na amostra de n = 10 lançamentos, se H</a:t>
            </a:r>
            <a:r>
              <a:rPr lang="pt-BR" sz="3200" b="1" baseline="-25000" dirty="0"/>
              <a:t>0</a:t>
            </a:r>
            <a:r>
              <a:rPr lang="pt-BR" sz="3200" b="1" dirty="0"/>
              <a:t> for verdadeira (moeda honesta)?</a:t>
            </a:r>
          </a:p>
          <a:p>
            <a:pPr marL="914400" lvl="1" indent="-457200">
              <a:lnSpc>
                <a:spcPct val="150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pt-BR" sz="2800" dirty="0"/>
              <a:t>Y tem uma chamada distribuição binomial com n = 10 e π = 0,5.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32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3200" b="1" dirty="0"/>
              <a:t>A ideia é comparar o resultado observado (7 caras) com essa distribuição de referência.</a:t>
            </a:r>
          </a:p>
          <a:p>
            <a:pPr marL="914400" lvl="1" indent="-457200">
              <a:lnSpc>
                <a:spcPct val="150000"/>
              </a:lnSpc>
              <a:spcAft>
                <a:spcPts val="110"/>
              </a:spcAft>
              <a:buFont typeface="Arial" panose="020B0604020202020204" pitchFamily="34" charset="0"/>
              <a:buChar char="•"/>
            </a:pPr>
            <a:r>
              <a:rPr lang="pt-BR" sz="2800" dirty="0"/>
              <a:t>Se o resultado for muito “estranho” para essa distribuição, o teste rejeita H0.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98240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de Referência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FE7C643-FBA0-6E1D-D759-F8CDEE3C6683}"/>
              </a:ext>
            </a:extLst>
          </p:cNvPr>
          <p:cNvSpPr txBox="1"/>
          <p:nvPr/>
        </p:nvSpPr>
        <p:spPr>
          <a:xfrm>
            <a:off x="461729" y="1154334"/>
            <a:ext cx="11254933" cy="1493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3200" b="1" dirty="0"/>
              <a:t> </a:t>
            </a:r>
            <a:r>
              <a:rPr lang="pt-BR" sz="3200" dirty="0"/>
              <a:t>Distribuição da estatística </a:t>
            </a:r>
            <a:r>
              <a:rPr lang="pt-BR" sz="3200" i="1" dirty="0"/>
              <a:t>Y = número de caras em 10 lançamentos da moeda</a:t>
            </a:r>
            <a:r>
              <a:rPr lang="pt-BR" sz="3200" dirty="0"/>
              <a:t>, sob H</a:t>
            </a:r>
            <a:r>
              <a:rPr lang="pt-BR" sz="3200" baseline="-25000" dirty="0"/>
              <a:t>0</a:t>
            </a:r>
            <a:endParaRPr lang="pt-BR" sz="4000" baseline="-25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30DA537-66D0-DD89-EFA8-E9CF41426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861" y="2807002"/>
            <a:ext cx="7036351" cy="376164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A93E884-813C-1A96-4294-5FDC210E8C7B}"/>
              </a:ext>
            </a:extLst>
          </p:cNvPr>
          <p:cNvSpPr txBox="1"/>
          <p:nvPr/>
        </p:nvSpPr>
        <p:spPr>
          <a:xfrm>
            <a:off x="8787583" y="3091217"/>
            <a:ext cx="2929079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Intuição: se H</a:t>
            </a:r>
            <a:r>
              <a:rPr lang="pt-BR" sz="2400" b="1" baseline="-25000" dirty="0"/>
              <a:t>0</a:t>
            </a:r>
            <a:r>
              <a:rPr lang="pt-BR" sz="2400" b="1" dirty="0"/>
              <a:t> é verdadeira, os resultados mais prováveis estão em torno de 5 caras.</a:t>
            </a:r>
          </a:p>
        </p:txBody>
      </p:sp>
    </p:spTree>
    <p:extLst>
      <p:ext uri="{BB962C8B-B14F-4D97-AF65-F5344CB8AC3E}">
        <p14:creationId xmlns:p14="http://schemas.microsoft.com/office/powerpoint/2010/main" val="4218592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Valor-p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FE7C643-FBA0-6E1D-D759-F8CDEE3C6683}"/>
              </a:ext>
            </a:extLst>
          </p:cNvPr>
          <p:cNvSpPr txBox="1"/>
          <p:nvPr/>
        </p:nvSpPr>
        <p:spPr>
          <a:xfrm>
            <a:off x="468533" y="1154334"/>
            <a:ext cx="11254933" cy="524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 </a:t>
            </a:r>
            <a:r>
              <a:rPr lang="pt-BR" sz="2800" dirty="0"/>
              <a:t>Valor-p: é a probabilidade da estatística de teste acusar um resultado tão ou mais distante do esperado por H</a:t>
            </a:r>
            <a:r>
              <a:rPr lang="pt-BR" sz="2800" baseline="-25000" dirty="0"/>
              <a:t>0</a:t>
            </a:r>
            <a:r>
              <a:rPr lang="pt-BR" sz="2800" dirty="0"/>
              <a:t>, como o da amostra observada.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dirty="0"/>
              <a:t>Em outras palavras, um valor-p muito baixo significa que seria muito improvável que aquela amostra (</a:t>
            </a:r>
            <a:r>
              <a:rPr lang="pt-BR" sz="2800" dirty="0">
                <a:solidFill>
                  <a:srgbClr val="00B050"/>
                </a:solidFill>
              </a:rPr>
              <a:t>no exemplo, 7 caras)</a:t>
            </a:r>
            <a:r>
              <a:rPr lang="pt-BR" sz="2800" dirty="0"/>
              <a:t> tenha vindo  da distribuição supondo H</a:t>
            </a:r>
            <a:r>
              <a:rPr lang="pt-BR" sz="2800" baseline="-25000" dirty="0"/>
              <a:t>0</a:t>
            </a:r>
            <a:r>
              <a:rPr lang="pt-BR" sz="2800" dirty="0"/>
              <a:t> verdadeira (</a:t>
            </a:r>
            <a:r>
              <a:rPr lang="pt-BR" sz="2800" dirty="0">
                <a:solidFill>
                  <a:srgbClr val="00B050"/>
                </a:solidFill>
              </a:rPr>
              <a:t>moeda honesta</a:t>
            </a:r>
            <a:r>
              <a:rPr lang="pt-BR" sz="2800" dirty="0"/>
              <a:t>).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dirty="0"/>
              <a:t> O valor-p é calculado com base na distribuição de referência.</a:t>
            </a:r>
            <a:endParaRPr lang="pt-BR" sz="3600" baseline="-25000" dirty="0"/>
          </a:p>
        </p:txBody>
      </p:sp>
    </p:spTree>
    <p:extLst>
      <p:ext uri="{BB962C8B-B14F-4D97-AF65-F5344CB8AC3E}">
        <p14:creationId xmlns:p14="http://schemas.microsoft.com/office/powerpoint/2010/main" val="2733963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Valor-p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0B90B5F-C5D4-5F33-668D-9092E904E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912" y="1154334"/>
            <a:ext cx="7717893" cy="540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52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Qual Decisão?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4DF19F7-E8B7-0251-3CE4-546F282AC086}"/>
              </a:ext>
            </a:extLst>
          </p:cNvPr>
          <p:cNvSpPr txBox="1"/>
          <p:nvPr/>
        </p:nvSpPr>
        <p:spPr>
          <a:xfrm>
            <a:off x="736392" y="1218645"/>
            <a:ext cx="11254933" cy="4879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600" b="1" dirty="0"/>
              <a:t> </a:t>
            </a:r>
            <a:r>
              <a:rPr lang="pt-BR" sz="2600" dirty="0"/>
              <a:t>Lembre que em estatística nós nunca trabalhamos com erro zero. Ou seja, “na prática” nós nunca saberemos se a moeda é verdadeiramente honesta ou não.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6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600" dirty="0"/>
              <a:t>Para decidirmos se aceitamos ou rejeitamos H</a:t>
            </a:r>
            <a:r>
              <a:rPr lang="pt-BR" sz="2600" baseline="-25000" dirty="0"/>
              <a:t>0</a:t>
            </a:r>
            <a:r>
              <a:rPr lang="pt-BR" sz="2600" dirty="0"/>
              <a:t> </a:t>
            </a:r>
            <a:r>
              <a:rPr lang="pt-BR" sz="2600" b="1" dirty="0"/>
              <a:t>devemos primeiro estabelecer qual “grau de erro” estamos dispostos à cometer</a:t>
            </a:r>
            <a:r>
              <a:rPr lang="pt-BR" sz="2600" dirty="0"/>
              <a:t>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600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600" dirty="0"/>
              <a:t> Para isso, primeiramente temos que conhecer o conceito de significância estatística (representado pela letra grega </a:t>
            </a:r>
            <a:r>
              <a:rPr lang="pt-BR" sz="2600" b="1" dirty="0">
                <a:latin typeface="Symbol" panose="05050102010706020507" pitchFamily="18" charset="2"/>
              </a:rPr>
              <a:t>a</a:t>
            </a:r>
            <a:r>
              <a:rPr lang="pt-BR" sz="2600" dirty="0"/>
              <a:t>).</a:t>
            </a:r>
            <a:endParaRPr lang="pt-BR" sz="2600" baseline="-25000" dirty="0"/>
          </a:p>
        </p:txBody>
      </p:sp>
    </p:spTree>
    <p:extLst>
      <p:ext uri="{BB962C8B-B14F-4D97-AF65-F5344CB8AC3E}">
        <p14:creationId xmlns:p14="http://schemas.microsoft.com/office/powerpoint/2010/main" val="1772322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Nível de Significância (</a:t>
            </a:r>
            <a:r>
              <a:rPr lang="pt-BR" sz="3600" b="1" dirty="0">
                <a:solidFill>
                  <a:srgbClr val="002060"/>
                </a:solidFill>
                <a:latin typeface="Symbol" panose="05050102010706020507" pitchFamily="18" charset="2"/>
                <a:ea typeface="Cambria" panose="02040503050406030204" pitchFamily="18" charset="0"/>
              </a:rPr>
              <a:t>a</a:t>
            </a:r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4DF19F7-E8B7-0251-3CE4-546F282AC086}"/>
              </a:ext>
            </a:extLst>
          </p:cNvPr>
          <p:cNvSpPr txBox="1"/>
          <p:nvPr/>
        </p:nvSpPr>
        <p:spPr>
          <a:xfrm>
            <a:off x="461729" y="2110754"/>
            <a:ext cx="11254933" cy="2636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600" b="1" dirty="0"/>
              <a:t> </a:t>
            </a:r>
            <a:r>
              <a:rPr lang="pt-BR" sz="2800" dirty="0"/>
              <a:t>É a probabilidade de o teste rejeitar H</a:t>
            </a:r>
            <a:r>
              <a:rPr lang="pt-BR" sz="2800" baseline="-25000" dirty="0"/>
              <a:t>0</a:t>
            </a:r>
            <a:r>
              <a:rPr lang="pt-BR" sz="2800" dirty="0"/>
              <a:t>, quando H</a:t>
            </a:r>
            <a:r>
              <a:rPr lang="pt-BR" sz="2800" baseline="-25000" dirty="0"/>
              <a:t>0</a:t>
            </a:r>
            <a:r>
              <a:rPr lang="pt-BR" sz="2800" dirty="0"/>
              <a:t> for verdadeira (uma decisão errada!).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dirty="0"/>
              <a:t> </a:t>
            </a:r>
            <a:r>
              <a:rPr lang="pt-BR" sz="2800" b="1" dirty="0"/>
              <a:t>É comum usar α = 0,05 (ou 5%) </a:t>
            </a:r>
            <a:r>
              <a:rPr lang="pt-BR" sz="2800" dirty="0"/>
              <a:t>(α é </a:t>
            </a:r>
            <a:r>
              <a:rPr lang="pt-BR" sz="2800" b="1" dirty="0">
                <a:solidFill>
                  <a:srgbClr val="FF0000"/>
                </a:solidFill>
              </a:rPr>
              <a:t>arbitrado</a:t>
            </a:r>
            <a:r>
              <a:rPr lang="pt-BR" sz="2800" dirty="0"/>
              <a:t> pelo pesquisador)</a:t>
            </a:r>
            <a:endParaRPr lang="pt-BR" sz="2600" baseline="-25000" dirty="0"/>
          </a:p>
        </p:txBody>
      </p:sp>
    </p:spTree>
    <p:extLst>
      <p:ext uri="{BB962C8B-B14F-4D97-AF65-F5344CB8AC3E}">
        <p14:creationId xmlns:p14="http://schemas.microsoft.com/office/powerpoint/2010/main" val="3479813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Regra de decisão baseada no valor-p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52CABB8-2225-6159-362E-90C27B39650A}"/>
              </a:ext>
            </a:extLst>
          </p:cNvPr>
          <p:cNvSpPr txBox="1"/>
          <p:nvPr/>
        </p:nvSpPr>
        <p:spPr>
          <a:xfrm>
            <a:off x="1604210" y="2197767"/>
            <a:ext cx="2871537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valor-p &gt; </a:t>
            </a:r>
            <a:r>
              <a:rPr lang="pt-BR" sz="3200" b="1" dirty="0">
                <a:latin typeface="Symbol" panose="05050102010706020507" pitchFamily="18" charset="2"/>
              </a:rPr>
              <a:t>a 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7D63A59-3B6F-CA87-7D27-98018053561A}"/>
              </a:ext>
            </a:extLst>
          </p:cNvPr>
          <p:cNvSpPr/>
          <p:nvPr/>
        </p:nvSpPr>
        <p:spPr>
          <a:xfrm>
            <a:off x="5518484" y="2069432"/>
            <a:ext cx="1122948" cy="841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71B269-87B7-8395-B457-74752673121C}"/>
              </a:ext>
            </a:extLst>
          </p:cNvPr>
          <p:cNvSpPr txBox="1"/>
          <p:nvPr/>
        </p:nvSpPr>
        <p:spPr>
          <a:xfrm>
            <a:off x="7451558" y="2197767"/>
            <a:ext cx="2871537" cy="5847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Aceita H</a:t>
            </a:r>
            <a:r>
              <a:rPr lang="pt-BR" sz="3200" b="1" baseline="-25000" dirty="0"/>
              <a:t>0</a:t>
            </a:r>
            <a:endParaRPr lang="pt-BR" sz="3200" b="1" baseline="-25000" dirty="0">
              <a:latin typeface="Symbol" panose="05050102010706020507" pitchFamily="18" charset="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D86400-7230-DE0F-08EE-4E2E6B046DF5}"/>
              </a:ext>
            </a:extLst>
          </p:cNvPr>
          <p:cNvSpPr txBox="1"/>
          <p:nvPr/>
        </p:nvSpPr>
        <p:spPr>
          <a:xfrm>
            <a:off x="1604210" y="4296749"/>
            <a:ext cx="2871537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valor-p ≤ </a:t>
            </a:r>
            <a:r>
              <a:rPr lang="pt-BR" sz="3200" b="1" dirty="0">
                <a:latin typeface="Symbol" panose="05050102010706020507" pitchFamily="18" charset="2"/>
              </a:rPr>
              <a:t>a 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AE560BD3-E10B-3CBB-3F87-517FEA74461A}"/>
              </a:ext>
            </a:extLst>
          </p:cNvPr>
          <p:cNvSpPr/>
          <p:nvPr/>
        </p:nvSpPr>
        <p:spPr>
          <a:xfrm>
            <a:off x="5518484" y="4168414"/>
            <a:ext cx="1122948" cy="841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CC9FC14-2A4B-C0FD-B63D-E96D1E2DBE59}"/>
              </a:ext>
            </a:extLst>
          </p:cNvPr>
          <p:cNvSpPr txBox="1"/>
          <p:nvPr/>
        </p:nvSpPr>
        <p:spPr>
          <a:xfrm>
            <a:off x="7451558" y="4065727"/>
            <a:ext cx="2871537" cy="107721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Rejeita H</a:t>
            </a:r>
            <a:r>
              <a:rPr lang="pt-BR" sz="3200" b="1" baseline="-25000" dirty="0"/>
              <a:t>0</a:t>
            </a:r>
            <a:r>
              <a:rPr lang="pt-BR" sz="3200" b="1" dirty="0"/>
              <a:t>, em favor de H</a:t>
            </a:r>
            <a:r>
              <a:rPr lang="pt-BR" sz="3200" b="1" baseline="-25000" dirty="0"/>
              <a:t>1</a:t>
            </a:r>
            <a:endParaRPr lang="pt-BR" sz="3200" b="1" baseline="-25000" dirty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18520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52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Voltando ao exemplo da moeda...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0B90B5F-C5D4-5F33-668D-9092E904E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301" y="1167449"/>
            <a:ext cx="7717893" cy="540120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4607637-B7E6-2E24-861A-AF4E7CE08656}"/>
              </a:ext>
            </a:extLst>
          </p:cNvPr>
          <p:cNvSpPr txBox="1"/>
          <p:nvPr/>
        </p:nvSpPr>
        <p:spPr>
          <a:xfrm>
            <a:off x="9389600" y="3514106"/>
            <a:ext cx="223430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Se assumirmos </a:t>
            </a:r>
            <a:r>
              <a:rPr lang="pt-BR" sz="2400" b="1" dirty="0">
                <a:latin typeface="Symbol" panose="05050102010706020507" pitchFamily="18" charset="2"/>
              </a:rPr>
              <a:t>a</a:t>
            </a:r>
            <a:r>
              <a:rPr lang="pt-BR" sz="2400" b="1" dirty="0"/>
              <a:t> = 5%, aceitamos H</a:t>
            </a:r>
            <a:r>
              <a:rPr lang="pt-BR" sz="2400" b="1" baseline="-25000" dirty="0"/>
              <a:t>0</a:t>
            </a:r>
            <a:r>
              <a:rPr lang="pt-BR" sz="2400" b="1" dirty="0"/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156906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161865"/>
            <a:ext cx="11028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Um pouco da “filosofia” por trás das interpretações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620A43E-1FF6-3D09-A687-C57F40282C48}"/>
              </a:ext>
            </a:extLst>
          </p:cNvPr>
          <p:cNvSpPr txBox="1"/>
          <p:nvPr/>
        </p:nvSpPr>
        <p:spPr>
          <a:xfrm>
            <a:off x="923136" y="1431469"/>
            <a:ext cx="103457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Quando o teste rejeita H</a:t>
            </a:r>
            <a:r>
              <a:rPr lang="pt-BR" sz="2400" b="1" baseline="-25000" dirty="0"/>
              <a:t>0</a:t>
            </a:r>
            <a:r>
              <a:rPr lang="pt-BR" sz="2400" b="1" dirty="0"/>
              <a:t>, em favor de H</a:t>
            </a:r>
            <a:r>
              <a:rPr lang="pt-BR" sz="2400" b="1" baseline="-25000" dirty="0"/>
              <a:t>1</a:t>
            </a:r>
            <a:r>
              <a:rPr lang="pt-BR" sz="2400" b="1" dirty="0"/>
              <a:t>, a probabilidade de se estar tomando a decisão errada é, no máximo, igual ao nível de significância </a:t>
            </a:r>
            <a:r>
              <a:rPr lang="pt-BR" sz="2400" b="1" dirty="0">
                <a:latin typeface="Symbol" panose="05050102010706020507" pitchFamily="18" charset="2"/>
              </a:rPr>
              <a:t>a</a:t>
            </a:r>
            <a:r>
              <a:rPr lang="pt-BR" sz="2400" b="1" dirty="0"/>
              <a:t> adotado. Desta forma, temos “certa garantia” de veracidade de H</a:t>
            </a:r>
            <a:r>
              <a:rPr lang="pt-BR" sz="2400" b="1" baseline="-25000" dirty="0"/>
              <a:t>1</a:t>
            </a:r>
            <a:r>
              <a:rPr lang="pt-BR" sz="2400" b="1" dirty="0"/>
              <a:t>.</a:t>
            </a:r>
          </a:p>
          <a:p>
            <a:endParaRPr lang="pt-BR" sz="2400" b="1" dirty="0"/>
          </a:p>
          <a:p>
            <a:endParaRPr lang="pt-BR" sz="2400" b="1" dirty="0"/>
          </a:p>
          <a:p>
            <a:r>
              <a:rPr lang="pt-BR" sz="2400" b="1" dirty="0"/>
              <a:t>Uma interpretação um pouco diferente é dada quando o teste aceita a hipótese nula H</a:t>
            </a:r>
            <a:r>
              <a:rPr lang="pt-BR" sz="2400" b="1" baseline="-25000" dirty="0"/>
              <a:t>0</a:t>
            </a:r>
            <a:r>
              <a:rPr lang="pt-BR" sz="2400" b="1" dirty="0"/>
              <a:t> (p &gt; </a:t>
            </a:r>
            <a:r>
              <a:rPr lang="pt-BR" sz="2400" b="1" dirty="0">
                <a:latin typeface="Symbol" panose="05050102010706020507" pitchFamily="18" charset="2"/>
              </a:rPr>
              <a:t>a</a:t>
            </a:r>
            <a:r>
              <a:rPr lang="pt-BR" sz="2400" b="1" dirty="0"/>
              <a:t>). Neste caso, podemos dizer: </a:t>
            </a:r>
            <a:r>
              <a:rPr lang="pt-BR" sz="2400" b="1" i="1" dirty="0"/>
              <a:t>os dados estão em conformidade com a hipótese nula</a:t>
            </a:r>
            <a:r>
              <a:rPr lang="pt-BR" sz="2400" b="1" dirty="0"/>
              <a:t>. Isto não implica, contudo, que H</a:t>
            </a:r>
            <a:r>
              <a:rPr lang="pt-BR" sz="2400" b="1" baseline="-25000" dirty="0"/>
              <a:t>0</a:t>
            </a:r>
            <a:r>
              <a:rPr lang="pt-BR" sz="2400" b="1" dirty="0"/>
              <a:t> seja realmente a hipótese verdadeira, mas que os dados não mostraram evidência suficiente para rejeitá-la e, por isso, continuamos acreditando em sua veracidade.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C00850-5717-C315-17A1-9A446B893F9F}"/>
              </a:ext>
            </a:extLst>
          </p:cNvPr>
          <p:cNvSpPr txBox="1"/>
          <p:nvPr/>
        </p:nvSpPr>
        <p:spPr>
          <a:xfrm>
            <a:off x="803536" y="6642556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PEDRO A. BARBETTA – Estatística Aplicada às Ciências Sociais 6ed . Editora da UFSC, 2006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FEFE94-77DC-A891-407C-91310B1A9D16}"/>
              </a:ext>
            </a:extLst>
          </p:cNvPr>
          <p:cNvSpPr txBox="1"/>
          <p:nvPr/>
        </p:nvSpPr>
        <p:spPr>
          <a:xfrm>
            <a:off x="1096069" y="5575895"/>
            <a:ext cx="9658403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No exemplo, como valor-p = 0,344 não é uma probabilidade desprezível (para </a:t>
            </a:r>
            <a:r>
              <a:rPr lang="pt-BR" sz="2000" b="1" dirty="0">
                <a:latin typeface="Symbol" panose="05050102010706020507" pitchFamily="18" charset="2"/>
              </a:rPr>
              <a:t>a </a:t>
            </a:r>
            <a:r>
              <a:rPr lang="pt-BR" sz="2000" b="1" dirty="0"/>
              <a:t>= 5%), é </a:t>
            </a:r>
            <a:r>
              <a:rPr lang="pt-BR" sz="2000" b="1" i="1" dirty="0"/>
              <a:t>mais prudente </a:t>
            </a:r>
            <a:r>
              <a:rPr lang="pt-BR" sz="2000" b="1" dirty="0"/>
              <a:t>não rejeitar H0 e assumir que a moeda é honesta</a:t>
            </a:r>
          </a:p>
        </p:txBody>
      </p:sp>
    </p:spTree>
    <p:extLst>
      <p:ext uri="{BB962C8B-B14F-4D97-AF65-F5344CB8AC3E}">
        <p14:creationId xmlns:p14="http://schemas.microsoft.com/office/powerpoint/2010/main" val="3964975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923136" y="139622"/>
            <a:ext cx="10465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Tipos de Erros num teste estatístico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C00850-5717-C315-17A1-9A446B893F9F}"/>
              </a:ext>
            </a:extLst>
          </p:cNvPr>
          <p:cNvSpPr txBox="1"/>
          <p:nvPr/>
        </p:nvSpPr>
        <p:spPr>
          <a:xfrm>
            <a:off x="803536" y="6642556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PEDRO A. BARBETTA – Estatística Aplicada às Ciências Sociais 6ed . Editora da UFSC, 2006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9182348-0763-E8E0-8721-F5518577B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1284" y="1838103"/>
            <a:ext cx="6849431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15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923136" y="139622"/>
            <a:ext cx="10465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Tipos de Erros num teste estatístico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C00850-5717-C315-17A1-9A446B893F9F}"/>
              </a:ext>
            </a:extLst>
          </p:cNvPr>
          <p:cNvSpPr txBox="1"/>
          <p:nvPr/>
        </p:nvSpPr>
        <p:spPr>
          <a:xfrm>
            <a:off x="803536" y="6642556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PEDRO A. BARBETTA – Estatística Aplicada às Ciências Sociais 6ed . Editora da UFSC, 2006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EE870A-DAF6-1985-3E82-B741078BE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5574" y="1823813"/>
            <a:ext cx="6820852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4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923136" y="139622"/>
            <a:ext cx="10465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Tipos de Erros num teste estatístico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C00850-5717-C315-17A1-9A446B893F9F}"/>
              </a:ext>
            </a:extLst>
          </p:cNvPr>
          <p:cNvSpPr txBox="1"/>
          <p:nvPr/>
        </p:nvSpPr>
        <p:spPr>
          <a:xfrm>
            <a:off x="803536" y="6642556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PEDRO A. BARBETTA – Estatística Aplicada às Ciências Sociais 6ed . Editora da UFSC, 2006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BBA2D3-3C73-1590-008D-28D63E0F7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100" y="1847629"/>
            <a:ext cx="6801799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69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923136" y="139622"/>
            <a:ext cx="10465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Tipos de Erros num teste estatístico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C00850-5717-C315-17A1-9A446B893F9F}"/>
              </a:ext>
            </a:extLst>
          </p:cNvPr>
          <p:cNvSpPr txBox="1"/>
          <p:nvPr/>
        </p:nvSpPr>
        <p:spPr>
          <a:xfrm>
            <a:off x="803536" y="6642556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PEDRO A. BARBETTA – Estatística Aplicada às Ciências Sociais 6ed . Editora da UFSC, 2006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BD26EB-3B43-D17B-B104-6F122B298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100" y="1833340"/>
            <a:ext cx="6801799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739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923136" y="139622"/>
            <a:ext cx="10465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Tipos de Erros num teste estatístico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C00850-5717-C315-17A1-9A446B893F9F}"/>
              </a:ext>
            </a:extLst>
          </p:cNvPr>
          <p:cNvSpPr txBox="1"/>
          <p:nvPr/>
        </p:nvSpPr>
        <p:spPr>
          <a:xfrm>
            <a:off x="803536" y="6642556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PEDRO A. BARBETTA – Estatística Aplicada às Ciências Sociais 6ed . Editora da UFSC, 2006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8370AB-F035-848C-485E-62E37F96D5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5574" y="1857155"/>
            <a:ext cx="6820852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28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923136" y="139622"/>
            <a:ext cx="10465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Testes de Hipótese: comparação de médias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C00850-5717-C315-17A1-9A446B893F9F}"/>
              </a:ext>
            </a:extLst>
          </p:cNvPr>
          <p:cNvSpPr txBox="1"/>
          <p:nvPr/>
        </p:nvSpPr>
        <p:spPr>
          <a:xfrm>
            <a:off x="803536" y="6642556"/>
            <a:ext cx="10292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PEDRO A. BARBETTA – Estatística Aplicada às Ciências Sociais 6ed . Editora da UFSC, 2006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1B6F7B-18BC-E408-69F2-78EB9A9130E5}"/>
              </a:ext>
            </a:extLst>
          </p:cNvPr>
          <p:cNvSpPr txBox="1"/>
          <p:nvPr/>
        </p:nvSpPr>
        <p:spPr>
          <a:xfrm>
            <a:off x="803536" y="2622487"/>
            <a:ext cx="10465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2400" b="1" dirty="0"/>
              <a:t>Para os demais tópicos do cronograma usaremos o material presente em </a:t>
            </a:r>
            <a:r>
              <a:rPr lang="pt-BR" sz="2800" b="1" dirty="0">
                <a:hlinkClick r:id="rId5"/>
              </a:rPr>
              <a:t>https://www.ufrgs.br/probabilidade-estatistica/slides/slides_3/3-2_Testes%20de%20Hipoteses_Medias.pdf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2888870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12867</TotalTime>
  <Words>1263</Words>
  <Application>Microsoft Office PowerPoint</Application>
  <PresentationFormat>Widescreen</PresentationFormat>
  <Paragraphs>137</Paragraphs>
  <Slides>25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4" baseType="lpstr">
      <vt:lpstr>Arial</vt:lpstr>
      <vt:lpstr>Arial Nova</vt:lpstr>
      <vt:lpstr>Calibri</vt:lpstr>
      <vt:lpstr>Calibri Light</vt:lpstr>
      <vt:lpstr>Cambria</vt:lpstr>
      <vt:lpstr>Google Sans</vt:lpstr>
      <vt:lpstr>Symbol</vt:lpstr>
      <vt:lpstr>Wingdings</vt:lpstr>
      <vt:lpstr>Tema do Office</vt:lpstr>
      <vt:lpstr>MAT02201 – Métodos Estatísticos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e Inteligência Artificial</dc:title>
  <dc:creator>RENAN XAVIER CORTES</dc:creator>
  <cp:lastModifiedBy>Renan Xavier Cortes</cp:lastModifiedBy>
  <cp:revision>107</cp:revision>
  <dcterms:created xsi:type="dcterms:W3CDTF">2020-10-25T10:14:05Z</dcterms:created>
  <dcterms:modified xsi:type="dcterms:W3CDTF">2026-05-05T12:07:10Z</dcterms:modified>
</cp:coreProperties>
</file>