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B46C618E-28B5-4507-BE38-B78F9BA16888}"/>
    <pc:docChg chg="undo custSel addSld delSld modSld">
      <pc:chgData name="Renan Xavier Cortes" userId="d6af805853004405" providerId="LiveId" clId="{B46C618E-28B5-4507-BE38-B78F9BA16888}" dt="2026-01-22T12:10:41.623" v="125" actId="14100"/>
      <pc:docMkLst>
        <pc:docMk/>
      </pc:docMkLst>
      <pc:sldChg chg="modSp mod">
        <pc:chgData name="Renan Xavier Cortes" userId="d6af805853004405" providerId="LiveId" clId="{B46C618E-28B5-4507-BE38-B78F9BA16888}" dt="2026-01-22T12:04:10.425" v="31" actId="20577"/>
        <pc:sldMkLst>
          <pc:docMk/>
          <pc:sldMk cId="193773268" sldId="256"/>
        </pc:sldMkLst>
        <pc:spChg chg="mod">
          <ac:chgData name="Renan Xavier Cortes" userId="d6af805853004405" providerId="LiveId" clId="{B46C618E-28B5-4507-BE38-B78F9BA16888}" dt="2026-01-22T12:04:10.425" v="31" actId="20577"/>
          <ac:spMkLst>
            <pc:docMk/>
            <pc:sldMk cId="193773268" sldId="256"/>
            <ac:spMk id="4" creationId="{D49A408B-D762-44A8-8FB9-8DC0FA83E7C6}"/>
          </ac:spMkLst>
        </pc:spChg>
      </pc:sldChg>
      <pc:sldChg chg="modSp mod">
        <pc:chgData name="Renan Xavier Cortes" userId="d6af805853004405" providerId="LiveId" clId="{B46C618E-28B5-4507-BE38-B78F9BA16888}" dt="2026-01-22T12:07:48.283" v="60" actId="403"/>
        <pc:sldMkLst>
          <pc:docMk/>
          <pc:sldMk cId="1859719164" sldId="259"/>
        </pc:sldMkLst>
        <pc:spChg chg="mod">
          <ac:chgData name="Renan Xavier Cortes" userId="d6af805853004405" providerId="LiveId" clId="{B46C618E-28B5-4507-BE38-B78F9BA16888}" dt="2026-01-22T12:07:48.283" v="60" actId="403"/>
          <ac:spMkLst>
            <pc:docMk/>
            <pc:sldMk cId="1859719164" sldId="259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B46C618E-28B5-4507-BE38-B78F9BA16888}" dt="2026-01-22T12:10:41.623" v="125" actId="14100"/>
        <pc:sldMkLst>
          <pc:docMk/>
          <pc:sldMk cId="2921823341" sldId="260"/>
        </pc:sldMkLst>
        <pc:spChg chg="mod">
          <ac:chgData name="Renan Xavier Cortes" userId="d6af805853004405" providerId="LiveId" clId="{B46C618E-28B5-4507-BE38-B78F9BA16888}" dt="2026-01-22T12:10:41.623" v="125" actId="14100"/>
          <ac:spMkLst>
            <pc:docMk/>
            <pc:sldMk cId="2921823341" sldId="260"/>
            <ac:spMk id="8" creationId="{39AE06C5-34BE-4D68-97C3-4C07702C2DF6}"/>
          </ac:spMkLst>
        </pc:spChg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121898900" sldId="261"/>
        </pc:sldMkLst>
      </pc:sldChg>
      <pc:sldChg chg="new del">
        <pc:chgData name="Renan Xavier Cortes" userId="d6af805853004405" providerId="LiveId" clId="{B46C618E-28B5-4507-BE38-B78F9BA16888}" dt="2026-01-22T12:08:04.116" v="62" actId="680"/>
        <pc:sldMkLst>
          <pc:docMk/>
          <pc:sldMk cId="4021986991" sldId="26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689213611" sldId="26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12877480" sldId="26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07923279" sldId="26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391640227" sldId="26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343228278" sldId="26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280539132" sldId="269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446963972" sldId="27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05335353" sldId="278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94495569" sldId="282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B46C618E-28B5-4507-BE38-B78F9BA16888}" dt="2026-01-22T12:05:12.026" v="50" actId="47"/>
        <pc:sldMkLst>
          <pc:docMk/>
          <pc:sldMk cId="623748094" sldId="287"/>
        </pc:sldMkLst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Estatística Descritiva - Medidas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981771"/>
            <a:ext cx="10310191" cy="3353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Medidas de tendência central: moda, mediana e média.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Medidas de variabilidade: amplitude, variância, desvio padrão e coeficiente de variação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Propriedades das medidas de tendência central e de variabilidade.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Dados isolados ou agrupados em intervalos de classe.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84813" y="140678"/>
            <a:ext cx="11847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Medidas de Tendência Central: Moda, Mediana e Média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509841"/>
            <a:ext cx="10310191" cy="192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Estatística: ciência que coleta, organiza, analisa e interpreta dados.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Apoia a tomada de decisões em situações de incerteza.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Muito utilizada em experimentos agrícolas e zootécnicos.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produtividade de culturas, ganho de peso animal.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7374</TotalTime>
  <Words>112</Words>
  <Application>Microsoft Office PowerPoint</Application>
  <PresentationFormat>Widescreen</PresentationFormat>
  <Paragraphs>18</Paragraphs>
  <Slides>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10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2026-01-22T12:22:14Z</dcterms:modified>
</cp:coreProperties>
</file>