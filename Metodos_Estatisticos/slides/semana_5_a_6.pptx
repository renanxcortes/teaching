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9" r:id="rId3"/>
    <p:sldId id="261" r:id="rId4"/>
    <p:sldId id="262" r:id="rId5"/>
    <p:sldId id="263" r:id="rId6"/>
    <p:sldId id="260" r:id="rId7"/>
    <p:sldId id="265" r:id="rId8"/>
    <p:sldId id="264" r:id="rId9"/>
    <p:sldId id="266" r:id="rId10"/>
    <p:sldId id="273" r:id="rId11"/>
    <p:sldId id="276" r:id="rId12"/>
    <p:sldId id="275" r:id="rId13"/>
    <p:sldId id="274" r:id="rId14"/>
    <p:sldId id="277" r:id="rId15"/>
    <p:sldId id="278" r:id="rId16"/>
    <p:sldId id="267" r:id="rId17"/>
    <p:sldId id="268" r:id="rId18"/>
    <p:sldId id="269" r:id="rId19"/>
    <p:sldId id="270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n Xavier Cortes" userId="d6af805853004405" providerId="LiveId" clId="{B46C618E-28B5-4507-BE38-B78F9BA16888}"/>
    <pc:docChg chg="undo custSel addSld delSld modSld">
      <pc:chgData name="Renan Xavier Cortes" userId="d6af805853004405" providerId="LiveId" clId="{B46C618E-28B5-4507-BE38-B78F9BA16888}" dt="2026-01-22T13:22:09.644" v="411" actId="1076"/>
      <pc:docMkLst>
        <pc:docMk/>
      </pc:docMkLst>
      <pc:sldChg chg="modSp mod">
        <pc:chgData name="Renan Xavier Cortes" userId="d6af805853004405" providerId="LiveId" clId="{B46C618E-28B5-4507-BE38-B78F9BA16888}" dt="2026-01-22T12:04:10.425" v="31" actId="20577"/>
        <pc:sldMkLst>
          <pc:docMk/>
          <pc:sldMk cId="193773268" sldId="256"/>
        </pc:sldMkLst>
        <pc:spChg chg="mod">
          <ac:chgData name="Renan Xavier Cortes" userId="d6af805853004405" providerId="LiveId" clId="{B46C618E-28B5-4507-BE38-B78F9BA16888}" dt="2026-01-22T12:04:10.425" v="31" actId="20577"/>
          <ac:spMkLst>
            <pc:docMk/>
            <pc:sldMk cId="193773268" sldId="256"/>
            <ac:spMk id="4" creationId="{D49A408B-D762-44A8-8FB9-8DC0FA83E7C6}"/>
          </ac:spMkLst>
        </pc:spChg>
      </pc:sldChg>
      <pc:sldChg chg="modSp mod">
        <pc:chgData name="Renan Xavier Cortes" userId="d6af805853004405" providerId="LiveId" clId="{B46C618E-28B5-4507-BE38-B78F9BA16888}" dt="2026-01-22T12:07:48.283" v="60" actId="403"/>
        <pc:sldMkLst>
          <pc:docMk/>
          <pc:sldMk cId="1859719164" sldId="259"/>
        </pc:sldMkLst>
        <pc:spChg chg="mod">
          <ac:chgData name="Renan Xavier Cortes" userId="d6af805853004405" providerId="LiveId" clId="{B46C618E-28B5-4507-BE38-B78F9BA16888}" dt="2026-01-22T12:07:48.283" v="60" actId="403"/>
          <ac:spMkLst>
            <pc:docMk/>
            <pc:sldMk cId="1859719164" sldId="259"/>
            <ac:spMk id="14" creationId="{427DBFEB-81BF-4CC3-A411-FBF43D295C56}"/>
          </ac:spMkLst>
        </pc:spChg>
      </pc:sldChg>
      <pc:sldChg chg="addSp delSp modSp mod">
        <pc:chgData name="Renan Xavier Cortes" userId="d6af805853004405" providerId="LiveId" clId="{B46C618E-28B5-4507-BE38-B78F9BA16888}" dt="2026-01-22T13:22:09.644" v="411" actId="1076"/>
        <pc:sldMkLst>
          <pc:docMk/>
          <pc:sldMk cId="2921823341" sldId="260"/>
        </pc:sldMkLst>
        <pc:spChg chg="mod">
          <ac:chgData name="Renan Xavier Cortes" userId="d6af805853004405" providerId="LiveId" clId="{B46C618E-28B5-4507-BE38-B78F9BA16888}" dt="2026-01-22T13:20:20.598" v="204"/>
          <ac:spMkLst>
            <pc:docMk/>
            <pc:sldMk cId="2921823341" sldId="260"/>
            <ac:spMk id="8" creationId="{39AE06C5-34BE-4D68-97C3-4C07702C2DF6}"/>
          </ac:spMkLst>
        </pc:spChg>
        <pc:spChg chg="mod">
          <ac:chgData name="Renan Xavier Cortes" userId="d6af805853004405" providerId="LiveId" clId="{B46C618E-28B5-4507-BE38-B78F9BA16888}" dt="2026-01-22T13:22:09.644" v="411" actId="1076"/>
          <ac:spMkLst>
            <pc:docMk/>
            <pc:sldMk cId="2921823341" sldId="260"/>
            <ac:spMk id="14" creationId="{427DBFEB-81BF-4CC3-A411-FBF43D295C56}"/>
          </ac:spMkLst>
        </pc:spChg>
        <pc:picChg chg="add del">
          <ac:chgData name="Renan Xavier Cortes" userId="d6af805853004405" providerId="LiveId" clId="{B46C618E-28B5-4507-BE38-B78F9BA16888}" dt="2026-01-22T13:20:22.533" v="205" actId="478"/>
          <ac:picMkLst>
            <pc:docMk/>
            <pc:sldMk cId="2921823341" sldId="260"/>
            <ac:picMk id="5" creationId="{F5A85A22-64A3-45CD-5500-ABAF23354B76}"/>
          </ac:picMkLst>
        </pc:picChg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121898900" sldId="261"/>
        </pc:sldMkLst>
      </pc:sldChg>
      <pc:sldChg chg="new del">
        <pc:chgData name="Renan Xavier Cortes" userId="d6af805853004405" providerId="LiveId" clId="{B46C618E-28B5-4507-BE38-B78F9BA16888}" dt="2026-01-22T12:08:04.116" v="62" actId="680"/>
        <pc:sldMkLst>
          <pc:docMk/>
          <pc:sldMk cId="4021986991" sldId="261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689213611" sldId="262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495373715" sldId="263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612877480" sldId="264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607923279" sldId="265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391640227" sldId="266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343228278" sldId="267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4060517312" sldId="268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280539132" sldId="269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218368481" sldId="270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4045846075" sldId="271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090754589" sldId="274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791482239" sldId="275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446963972" sldId="276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536810104" sldId="277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805335353" sldId="278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732088967" sldId="280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675466683" sldId="281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94495569" sldId="282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551874195" sldId="283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855288861" sldId="284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773026186" sldId="286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623748094" sldId="287"/>
        </pc:sldMkLst>
      </pc:sldChg>
    </pc:docChg>
  </pc:docChgLst>
  <pc:docChgLst>
    <pc:chgData name="Renan Xavier Cortes" userId="d6af805853004405" providerId="LiveId" clId="{6CBA8CAD-390F-4A11-B907-BBB4B6E0B449}"/>
    <pc:docChg chg="undo custSel addSld delSld modSld">
      <pc:chgData name="Renan Xavier Cortes" userId="d6af805853004405" providerId="LiveId" clId="{6CBA8CAD-390F-4A11-B907-BBB4B6E0B449}" dt="2026-01-21T21:00:53.358" v="2269"/>
      <pc:docMkLst>
        <pc:docMk/>
      </pc:docMkLst>
      <pc:sldChg chg="modSp mod modAnim">
        <pc:chgData name="Renan Xavier Cortes" userId="d6af805853004405" providerId="LiveId" clId="{6CBA8CAD-390F-4A11-B907-BBB4B6E0B449}" dt="2026-01-21T20:32:15.264" v="2075" actId="20577"/>
        <pc:sldMkLst>
          <pc:docMk/>
          <pc:sldMk cId="1859719164" sldId="259"/>
        </pc:sldMkLst>
        <pc:spChg chg="mod">
          <ac:chgData name="Renan Xavier Cortes" userId="d6af805853004405" providerId="LiveId" clId="{6CBA8CAD-390F-4A11-B907-BBB4B6E0B449}" dt="2026-01-21T18:21:08.433" v="1046" actId="1076"/>
          <ac:spMkLst>
            <pc:docMk/>
            <pc:sldMk cId="1859719164" sldId="259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20:32:15.264" v="2075" actId="20577"/>
          <ac:spMkLst>
            <pc:docMk/>
            <pc:sldMk cId="1859719164" sldId="259"/>
            <ac:spMk id="14" creationId="{427DBFEB-81BF-4CC3-A411-FBF43D295C56}"/>
          </ac:spMkLst>
        </pc:spChg>
      </pc:sldChg>
      <pc:sldChg chg="modSp add mod setBg modAnim">
        <pc:chgData name="Renan Xavier Cortes" userId="d6af805853004405" providerId="LiveId" clId="{6CBA8CAD-390F-4A11-B907-BBB4B6E0B449}" dt="2026-01-21T18:27:43.477" v="1241"/>
        <pc:sldMkLst>
          <pc:docMk/>
          <pc:sldMk cId="2921823341" sldId="260"/>
        </pc:sldMkLst>
        <pc:spChg chg="mod">
          <ac:chgData name="Renan Xavier Cortes" userId="d6af805853004405" providerId="LiveId" clId="{6CBA8CAD-390F-4A11-B907-BBB4B6E0B449}" dt="2026-01-21T18:21:08.116" v="1045" actId="1076"/>
          <ac:spMkLst>
            <pc:docMk/>
            <pc:sldMk cId="2921823341" sldId="260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23.079" v="123" actId="1076"/>
          <ac:spMkLst>
            <pc:docMk/>
            <pc:sldMk cId="2921823341" sldId="260"/>
            <ac:spMk id="14" creationId="{427DBFEB-81BF-4CC3-A411-FBF43D295C56}"/>
          </ac:spMkLst>
        </pc:spChg>
      </pc:sldChg>
      <pc:sldChg chg="modSp add mod modAnim">
        <pc:chgData name="Renan Xavier Cortes" userId="d6af805853004405" providerId="LiveId" clId="{6CBA8CAD-390F-4A11-B907-BBB4B6E0B449}" dt="2026-01-21T18:27:45.974" v="1242"/>
        <pc:sldMkLst>
          <pc:docMk/>
          <pc:sldMk cId="2121898900" sldId="261"/>
        </pc:sldMkLst>
        <pc:spChg chg="mod">
          <ac:chgData name="Renan Xavier Cortes" userId="d6af805853004405" providerId="LiveId" clId="{6CBA8CAD-390F-4A11-B907-BBB4B6E0B449}" dt="2026-01-21T18:21:07.798" v="1044" actId="1076"/>
          <ac:spMkLst>
            <pc:docMk/>
            <pc:sldMk cId="2121898900" sldId="261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30.629" v="124" actId="1076"/>
          <ac:spMkLst>
            <pc:docMk/>
            <pc:sldMk cId="2121898900" sldId="261"/>
            <ac:spMk id="14" creationId="{427DBFEB-81BF-4CC3-A411-FBF43D295C5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8:27:49.174" v="1243"/>
        <pc:sldMkLst>
          <pc:docMk/>
          <pc:sldMk cId="2689213611" sldId="262"/>
        </pc:sldMkLst>
        <pc:spChg chg="mod">
          <ac:chgData name="Renan Xavier Cortes" userId="d6af805853004405" providerId="LiveId" clId="{6CBA8CAD-390F-4A11-B907-BBB4B6E0B449}" dt="2026-01-21T18:21:07.566" v="1043" actId="1076"/>
          <ac:spMkLst>
            <pc:docMk/>
            <pc:sldMk cId="2689213611" sldId="262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6:51.360" v="239" actId="1076"/>
          <ac:spMkLst>
            <pc:docMk/>
            <pc:sldMk cId="2689213611" sldId="262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12:19.893" v="470" actId="1076"/>
          <ac:picMkLst>
            <pc:docMk/>
            <pc:sldMk cId="2689213611" sldId="262"/>
            <ac:picMk id="5" creationId="{B75BA797-89E6-A590-E6E0-1930AE23BE87}"/>
          </ac:picMkLst>
        </pc:picChg>
        <pc:picChg chg="add mod">
          <ac:chgData name="Renan Xavier Cortes" userId="d6af805853004405" providerId="LiveId" clId="{6CBA8CAD-390F-4A11-B907-BBB4B6E0B449}" dt="2026-01-21T12:52:15.476" v="224" actId="1076"/>
          <ac:picMkLst>
            <pc:docMk/>
            <pc:sldMk cId="2689213611" sldId="262"/>
            <ac:picMk id="1026" creationId="{3AF06A5C-D23B-2668-9192-9EBD3941659A}"/>
          </ac:picMkLst>
        </pc:picChg>
        <pc:picChg chg="add del mod">
          <ac:chgData name="Renan Xavier Cortes" userId="d6af805853004405" providerId="LiveId" clId="{6CBA8CAD-390F-4A11-B907-BBB4B6E0B449}" dt="2026-01-21T13:11:02.235" v="456" actId="478"/>
          <ac:picMkLst>
            <pc:docMk/>
            <pc:sldMk cId="2689213611" sldId="262"/>
            <ac:picMk id="1028" creationId="{DA3B7BDF-718D-955C-F889-8AC8A1DCBC20}"/>
          </ac:picMkLst>
        </pc:picChg>
        <pc:picChg chg="add del mod">
          <ac:chgData name="Renan Xavier Cortes" userId="d6af805853004405" providerId="LiveId" clId="{6CBA8CAD-390F-4A11-B907-BBB4B6E0B449}" dt="2026-01-21T13:11:38.475" v="462" actId="478"/>
          <ac:picMkLst>
            <pc:docMk/>
            <pc:sldMk cId="2689213611" sldId="262"/>
            <ac:picMk id="1030" creationId="{B3AD39F1-033B-7A4E-B6EE-FD3713D8D962}"/>
          </ac:picMkLst>
        </pc:picChg>
        <pc:picChg chg="add del mod">
          <ac:chgData name="Renan Xavier Cortes" userId="d6af805853004405" providerId="LiveId" clId="{6CBA8CAD-390F-4A11-B907-BBB4B6E0B449}" dt="2026-01-21T13:12:11.437" v="465" actId="478"/>
          <ac:picMkLst>
            <pc:docMk/>
            <pc:sldMk cId="2689213611" sldId="262"/>
            <ac:picMk id="1032" creationId="{FF87EAF8-5213-0FCC-8C98-B9AD5FF62219}"/>
          </ac:picMkLst>
        </pc:picChg>
      </pc:sldChg>
      <pc:sldChg chg="addSp delSp modSp add mod addAnim delAnim">
        <pc:chgData name="Renan Xavier Cortes" userId="d6af805853004405" providerId="LiveId" clId="{6CBA8CAD-390F-4A11-B907-BBB4B6E0B449}" dt="2026-01-21T18:21:07.371" v="1042" actId="1076"/>
        <pc:sldMkLst>
          <pc:docMk/>
          <pc:sldMk cId="1495373715" sldId="263"/>
        </pc:sldMkLst>
        <pc:spChg chg="add mod">
          <ac:chgData name="Renan Xavier Cortes" userId="d6af805853004405" providerId="LiveId" clId="{6CBA8CAD-390F-4A11-B907-BBB4B6E0B449}" dt="2026-01-21T13:01:54.451" v="356" actId="1076"/>
          <ac:spMkLst>
            <pc:docMk/>
            <pc:sldMk cId="1495373715" sldId="263"/>
            <ac:spMk id="6" creationId="{E4A74DC5-A696-506E-884C-C89CEEA7D8F7}"/>
          </ac:spMkLst>
        </pc:spChg>
        <pc:spChg chg="mod">
          <ac:chgData name="Renan Xavier Cortes" userId="d6af805853004405" providerId="LiveId" clId="{6CBA8CAD-390F-4A11-B907-BBB4B6E0B449}" dt="2026-01-21T18:21:07.371" v="1042" actId="1076"/>
          <ac:spMkLst>
            <pc:docMk/>
            <pc:sldMk cId="1495373715" sldId="263"/>
            <ac:spMk id="8" creationId="{39AE06C5-34BE-4D68-97C3-4C07702C2DF6}"/>
          </ac:spMkLst>
        </pc:spChg>
        <pc:spChg chg="add del mod">
          <ac:chgData name="Renan Xavier Cortes" userId="d6af805853004405" providerId="LiveId" clId="{6CBA8CAD-390F-4A11-B907-BBB4B6E0B449}" dt="2026-01-21T13:00:39.412" v="323" actId="478"/>
          <ac:spMkLst>
            <pc:docMk/>
            <pc:sldMk cId="1495373715" sldId="263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01:23.017" v="328" actId="1076"/>
          <ac:picMkLst>
            <pc:docMk/>
            <pc:sldMk cId="1495373715" sldId="263"/>
            <ac:picMk id="5" creationId="{99503125-E213-E8F6-DAF3-BEC6F775BCC7}"/>
          </ac:picMkLst>
        </pc:picChg>
        <pc:picChg chg="del">
          <ac:chgData name="Renan Xavier Cortes" userId="d6af805853004405" providerId="LiveId" clId="{6CBA8CAD-390F-4A11-B907-BBB4B6E0B449}" dt="2026-01-21T12:57:41.054" v="267" actId="478"/>
          <ac:picMkLst>
            <pc:docMk/>
            <pc:sldMk cId="1495373715" sldId="263"/>
            <ac:picMk id="1026" creationId="{3AF06A5C-D23B-2668-9192-9EBD3941659A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7:56.296" v="1244"/>
        <pc:sldMkLst>
          <pc:docMk/>
          <pc:sldMk cId="612877480" sldId="264"/>
        </pc:sldMkLst>
        <pc:spChg chg="add mod">
          <ac:chgData name="Renan Xavier Cortes" userId="d6af805853004405" providerId="LiveId" clId="{6CBA8CAD-390F-4A11-B907-BBB4B6E0B449}" dt="2026-01-21T13:36:06.850" v="841" actId="1076"/>
          <ac:spMkLst>
            <pc:docMk/>
            <pc:sldMk cId="612877480" sldId="264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7.154" v="1041" actId="1076"/>
          <ac:spMkLst>
            <pc:docMk/>
            <pc:sldMk cId="612877480" sldId="264"/>
            <ac:spMk id="8" creationId="{39AE06C5-34BE-4D68-97C3-4C07702C2DF6}"/>
          </ac:spMkLst>
        </pc:spChg>
        <pc:spChg chg="del mod">
          <ac:chgData name="Renan Xavier Cortes" userId="d6af805853004405" providerId="LiveId" clId="{6CBA8CAD-390F-4A11-B907-BBB4B6E0B449}" dt="2026-01-21T13:14:12.001" v="508" actId="478"/>
          <ac:spMkLst>
            <pc:docMk/>
            <pc:sldMk cId="612877480" sldId="264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00:47.167" v="326" actId="478"/>
          <ac:picMkLst>
            <pc:docMk/>
            <pc:sldMk cId="612877480" sldId="264"/>
            <ac:picMk id="5" creationId="{99503125-E213-E8F6-DAF3-BEC6F775BCC7}"/>
          </ac:picMkLst>
        </pc:picChg>
        <pc:picChg chg="add del mod">
          <ac:chgData name="Renan Xavier Cortes" userId="d6af805853004405" providerId="LiveId" clId="{6CBA8CAD-390F-4A11-B907-BBB4B6E0B449}" dt="2026-01-21T13:09:02.318" v="445" actId="478"/>
          <ac:picMkLst>
            <pc:docMk/>
            <pc:sldMk cId="612877480" sldId="264"/>
            <ac:picMk id="2050" creationId="{4E6A8334-909C-5345-FD38-6DE6C71617FE}"/>
          </ac:picMkLst>
        </pc:picChg>
        <pc:picChg chg="add del mod">
          <ac:chgData name="Renan Xavier Cortes" userId="d6af805853004405" providerId="LiveId" clId="{6CBA8CAD-390F-4A11-B907-BBB4B6E0B449}" dt="2026-01-21T13:09:02.823" v="446" actId="478"/>
          <ac:picMkLst>
            <pc:docMk/>
            <pc:sldMk cId="612877480" sldId="264"/>
            <ac:picMk id="2052" creationId="{A4619851-0E89-7971-65B8-8C06288BD402}"/>
          </ac:picMkLst>
        </pc:picChg>
        <pc:picChg chg="add mod">
          <ac:chgData name="Renan Xavier Cortes" userId="d6af805853004405" providerId="LiveId" clId="{6CBA8CAD-390F-4A11-B907-BBB4B6E0B449}" dt="2026-01-21T13:18:06.064" v="616" actId="1076"/>
          <ac:picMkLst>
            <pc:docMk/>
            <pc:sldMk cId="612877480" sldId="264"/>
            <ac:picMk id="2054" creationId="{9BBBB796-11B1-9E9B-9024-C023ED27709B}"/>
          </ac:picMkLst>
        </pc:picChg>
        <pc:picChg chg="add mod">
          <ac:chgData name="Renan Xavier Cortes" userId="d6af805853004405" providerId="LiveId" clId="{6CBA8CAD-390F-4A11-B907-BBB4B6E0B449}" dt="2026-01-21T13:35:54.165" v="840" actId="1076"/>
          <ac:picMkLst>
            <pc:docMk/>
            <pc:sldMk cId="612877480" sldId="264"/>
            <ac:picMk id="2056" creationId="{750C220B-DEEE-CE57-43CB-5AB737C5E7AC}"/>
          </ac:picMkLst>
        </pc:picChg>
        <pc:picChg chg="add del mod">
          <ac:chgData name="Renan Xavier Cortes" userId="d6af805853004405" providerId="LiveId" clId="{6CBA8CAD-390F-4A11-B907-BBB4B6E0B449}" dt="2026-01-21T13:34:49.369" v="767" actId="478"/>
          <ac:picMkLst>
            <pc:docMk/>
            <pc:sldMk cId="612877480" sldId="264"/>
            <ac:picMk id="2058" creationId="{04060264-FEF9-2D28-9DF9-52482BDA4C9B}"/>
          </ac:picMkLst>
        </pc:picChg>
      </pc:sldChg>
      <pc:sldChg chg="modSp add modAnim">
        <pc:chgData name="Renan Xavier Cortes" userId="d6af805853004405" providerId="LiveId" clId="{6CBA8CAD-390F-4A11-B907-BBB4B6E0B449}" dt="2026-01-21T18:28:01.649" v="1246"/>
        <pc:sldMkLst>
          <pc:docMk/>
          <pc:sldMk cId="607923279" sldId="265"/>
        </pc:sldMkLst>
        <pc:spChg chg="mod">
          <ac:chgData name="Renan Xavier Cortes" userId="d6af805853004405" providerId="LiveId" clId="{6CBA8CAD-390F-4A11-B907-BBB4B6E0B449}" dt="2026-01-21T13:20:28.364" v="734" actId="5793"/>
          <ac:spMkLst>
            <pc:docMk/>
            <pc:sldMk cId="607923279" sldId="265"/>
            <ac:spMk id="14" creationId="{427DBFEB-81BF-4CC3-A411-FBF43D295C56}"/>
          </ac:spMkLst>
        </pc:spChg>
        <pc:picChg chg="mod">
          <ac:chgData name="Renan Xavier Cortes" userId="d6af805853004405" providerId="LiveId" clId="{6CBA8CAD-390F-4A11-B907-BBB4B6E0B449}" dt="2026-01-21T13:20:33.305" v="736" actId="1076"/>
          <ac:picMkLst>
            <pc:docMk/>
            <pc:sldMk cId="607923279" sldId="265"/>
            <ac:picMk id="2050" creationId="{4E6A8334-909C-5345-FD38-6DE6C71617FE}"/>
          </ac:picMkLst>
        </pc:picChg>
        <pc:picChg chg="mod">
          <ac:chgData name="Renan Xavier Cortes" userId="d6af805853004405" providerId="LiveId" clId="{6CBA8CAD-390F-4A11-B907-BBB4B6E0B449}" dt="2026-01-21T13:20:35.259" v="737" actId="14100"/>
          <ac:picMkLst>
            <pc:docMk/>
            <pc:sldMk cId="607923279" sldId="265"/>
            <ac:picMk id="2052" creationId="{A4619851-0E89-7971-65B8-8C06288BD402}"/>
          </ac:picMkLst>
        </pc:picChg>
      </pc:sldChg>
      <pc:sldChg chg="delSp add del">
        <pc:chgData name="Renan Xavier Cortes" userId="d6af805853004405" providerId="LiveId" clId="{6CBA8CAD-390F-4A11-B907-BBB4B6E0B449}" dt="2026-01-21T13:31:31.518" v="744" actId="47"/>
        <pc:sldMkLst>
          <pc:docMk/>
          <pc:sldMk cId="2167676923" sldId="266"/>
        </pc:sldMkLst>
        <pc:picChg chg="del">
          <ac:chgData name="Renan Xavier Cortes" userId="d6af805853004405" providerId="LiveId" clId="{6CBA8CAD-390F-4A11-B907-BBB4B6E0B449}" dt="2026-01-21T13:30:49.800" v="741" actId="478"/>
          <ac:picMkLst>
            <pc:docMk/>
            <pc:sldMk cId="2167676923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0:50.789" v="743" actId="478"/>
          <ac:picMkLst>
            <pc:docMk/>
            <pc:sldMk cId="2167676923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0:50.246" v="742" actId="478"/>
          <ac:picMkLst>
            <pc:docMk/>
            <pc:sldMk cId="2167676923" sldId="266"/>
            <ac:picMk id="2058" creationId="{04060264-FEF9-2D28-9DF9-52482BDA4C9B}"/>
          </ac:picMkLst>
        </pc:picChg>
      </pc:sldChg>
      <pc:sldChg chg="delSp modSp add mod modAnim">
        <pc:chgData name="Renan Xavier Cortes" userId="d6af805853004405" providerId="LiveId" clId="{6CBA8CAD-390F-4A11-B907-BBB4B6E0B449}" dt="2026-01-21T18:27:58.688" v="1245"/>
        <pc:sldMkLst>
          <pc:docMk/>
          <pc:sldMk cId="3391640227" sldId="266"/>
        </pc:sldMkLst>
        <pc:spChg chg="mod">
          <ac:chgData name="Renan Xavier Cortes" userId="d6af805853004405" providerId="LiveId" clId="{6CBA8CAD-390F-4A11-B907-BBB4B6E0B449}" dt="2026-01-21T13:42:03.435" v="944" actId="20577"/>
          <ac:spMkLst>
            <pc:docMk/>
            <pc:sldMk cId="3391640227" sldId="266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6.912" v="1040" actId="1076"/>
          <ac:spMkLst>
            <pc:docMk/>
            <pc:sldMk cId="3391640227" sldId="266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3:32:08.926" v="746" actId="478"/>
          <ac:picMkLst>
            <pc:docMk/>
            <pc:sldMk cId="3391640227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2:10.004" v="748" actId="478"/>
          <ac:picMkLst>
            <pc:docMk/>
            <pc:sldMk cId="3391640227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2:09.372" v="747" actId="478"/>
          <ac:picMkLst>
            <pc:docMk/>
            <pc:sldMk cId="3391640227" sldId="266"/>
            <ac:picMk id="2058" creationId="{04060264-FEF9-2D28-9DF9-52482BDA4C9B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8:05.192" v="1247"/>
        <pc:sldMkLst>
          <pc:docMk/>
          <pc:sldMk cId="1343228278" sldId="267"/>
        </pc:sldMkLst>
        <pc:spChg chg="add mod">
          <ac:chgData name="Renan Xavier Cortes" userId="d6af805853004405" providerId="LiveId" clId="{6CBA8CAD-390F-4A11-B907-BBB4B6E0B449}" dt="2026-01-21T13:42:09.587" v="946" actId="20577"/>
          <ac:spMkLst>
            <pc:docMk/>
            <pc:sldMk cId="1343228278" sldId="26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3:40:12.521" v="911"/>
          <ac:spMkLst>
            <pc:docMk/>
            <pc:sldMk cId="1343228278" sldId="267"/>
            <ac:spMk id="5" creationId="{761FBCEB-4A99-0E96-EB2F-126B5E2ADEDE}"/>
          </ac:spMkLst>
        </pc:spChg>
        <pc:spChg chg="add">
          <ac:chgData name="Renan Xavier Cortes" userId="d6af805853004405" providerId="LiveId" clId="{6CBA8CAD-390F-4A11-B907-BBB4B6E0B449}" dt="2026-01-21T13:40:28.193" v="916"/>
          <ac:spMkLst>
            <pc:docMk/>
            <pc:sldMk cId="1343228278" sldId="267"/>
            <ac:spMk id="6" creationId="{23BAF368-5B04-A6D4-F4BA-78FE4BDB80E1}"/>
          </ac:spMkLst>
        </pc:spChg>
        <pc:spChg chg="del mod">
          <ac:chgData name="Renan Xavier Cortes" userId="d6af805853004405" providerId="LiveId" clId="{6CBA8CAD-390F-4A11-B907-BBB4B6E0B449}" dt="2026-01-21T13:38:48.266" v="879" actId="478"/>
          <ac:spMkLst>
            <pc:docMk/>
            <pc:sldMk cId="1343228278" sldId="267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37:26.842" v="850" actId="478"/>
          <ac:picMkLst>
            <pc:docMk/>
            <pc:sldMk cId="1343228278" sldId="267"/>
            <ac:picMk id="2050" creationId="{4E6A8334-909C-5345-FD38-6DE6C71617FE}"/>
          </ac:picMkLst>
        </pc:picChg>
        <pc:picChg chg="del">
          <ac:chgData name="Renan Xavier Cortes" userId="d6af805853004405" providerId="LiveId" clId="{6CBA8CAD-390F-4A11-B907-BBB4B6E0B449}" dt="2026-01-21T13:37:27.155" v="851" actId="478"/>
          <ac:picMkLst>
            <pc:docMk/>
            <pc:sldMk cId="1343228278" sldId="267"/>
            <ac:picMk id="2052" creationId="{A4619851-0E89-7971-65B8-8C06288BD40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2" creationId="{0EFA11CA-E7DF-AF44-7C52-1A7BCD0EF98A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3" creationId="{17A06DBE-F56F-D7CF-5D37-101F12487686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4" creationId="{D0F78DC5-EBA6-F8C1-B608-9845395822CB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5" creationId="{54E39B7E-F8EF-4086-9DF4-84532F95025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6" creationId="{5ADF0543-3E47-7B59-14CE-9E32F05955F4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7" creationId="{67FDB388-93D8-C347-BB8B-043340CBCCFC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29" creationId="{284947AA-7AA3-F62A-866F-6A1A3BEEABEF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0" creationId="{C98BC9A4-C207-F1E1-7341-3A1B70215058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1" creationId="{375CC78C-4981-2DA9-88E6-EFB2FD84677E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2" creationId="{5F0B81A0-9240-D916-E71A-E6D3F50B265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3" creationId="{21770704-1681-BDE9-B7A7-EE6D8264F71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4" creationId="{DD427550-CCC4-E20C-CF8C-A439F0C0E9D2}"/>
          </ac:picMkLst>
        </pc:picChg>
      </pc:sldChg>
      <pc:sldChg chg="addSp delSp modSp add mod addAnim delAnim modAnim">
        <pc:chgData name="Renan Xavier Cortes" userId="d6af805853004405" providerId="LiveId" clId="{6CBA8CAD-390F-4A11-B907-BBB4B6E0B449}" dt="2026-01-21T20:59:32.449" v="2258" actId="1076"/>
        <pc:sldMkLst>
          <pc:docMk/>
          <pc:sldMk cId="4060517312" sldId="268"/>
        </pc:sldMkLst>
        <pc:spChg chg="add del mod">
          <ac:chgData name="Renan Xavier Cortes" userId="d6af805853004405" providerId="LiveId" clId="{6CBA8CAD-390F-4A11-B907-BBB4B6E0B449}" dt="2026-01-21T20:59:28.978" v="2257" actId="1076"/>
          <ac:spMkLst>
            <pc:docMk/>
            <pc:sldMk cId="4060517312" sldId="26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32.449" v="2258" actId="1076"/>
          <ac:spMkLst>
            <pc:docMk/>
            <pc:sldMk cId="4060517312" sldId="268"/>
            <ac:spMk id="8" creationId="{39AE06C5-34BE-4D68-97C3-4C07702C2DF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9:57:31.132" v="2031" actId="1076"/>
        <pc:sldMkLst>
          <pc:docMk/>
          <pc:sldMk cId="2280539132" sldId="269"/>
        </pc:sldMkLst>
        <pc:spChg chg="mod">
          <ac:chgData name="Renan Xavier Cortes" userId="d6af805853004405" providerId="LiveId" clId="{6CBA8CAD-390F-4A11-B907-BBB4B6E0B449}" dt="2026-01-21T19:29:34.350" v="1988" actId="20577"/>
          <ac:spMkLst>
            <pc:docMk/>
            <pc:sldMk cId="2280539132" sldId="269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19:28:38.900" v="1982" actId="20577"/>
          <ac:spMkLst>
            <pc:docMk/>
            <pc:sldMk cId="2280539132" sldId="269"/>
            <ac:spMk id="8" creationId="{39AE06C5-34BE-4D68-97C3-4C07702C2DF6}"/>
          </ac:spMkLst>
        </pc:spChg>
        <pc:picChg chg="add del mod">
          <ac:chgData name="Renan Xavier Cortes" userId="d6af805853004405" providerId="LiveId" clId="{6CBA8CAD-390F-4A11-B907-BBB4B6E0B449}" dt="2026-01-21T19:36:40.507" v="1993" actId="478"/>
          <ac:picMkLst>
            <pc:docMk/>
            <pc:sldMk cId="2280539132" sldId="269"/>
            <ac:picMk id="6" creationId="{1FF55C8A-24A1-2834-88D3-7F49B46E12DA}"/>
          </ac:picMkLst>
        </pc:picChg>
        <pc:picChg chg="add del mod">
          <ac:chgData name="Renan Xavier Cortes" userId="d6af805853004405" providerId="LiveId" clId="{6CBA8CAD-390F-4A11-B907-BBB4B6E0B449}" dt="2026-01-21T19:57:20.787" v="2028" actId="478"/>
          <ac:picMkLst>
            <pc:docMk/>
            <pc:sldMk cId="2280539132" sldId="269"/>
            <ac:picMk id="10" creationId="{DB7C7009-8D56-695C-4B6E-E9C1203D95EF}"/>
          </ac:picMkLst>
        </pc:picChg>
        <pc:picChg chg="add mod">
          <ac:chgData name="Renan Xavier Cortes" userId="d6af805853004405" providerId="LiveId" clId="{6CBA8CAD-390F-4A11-B907-BBB4B6E0B449}" dt="2026-01-21T19:57:31.132" v="2031" actId="1076"/>
          <ac:picMkLst>
            <pc:docMk/>
            <pc:sldMk cId="2280539132" sldId="269"/>
            <ac:picMk id="12" creationId="{387B2521-0873-2B44-23CB-06F158F17A95}"/>
          </ac:picMkLst>
        </pc:picChg>
        <pc:picChg chg="add del">
          <ac:chgData name="Renan Xavier Cortes" userId="d6af805853004405" providerId="LiveId" clId="{6CBA8CAD-390F-4A11-B907-BBB4B6E0B449}" dt="2026-01-21T19:34:39.537" v="1990" actId="478"/>
          <ac:picMkLst>
            <pc:docMk/>
            <pc:sldMk cId="2280539132" sldId="269"/>
            <ac:picMk id="14338" creationId="{6E12BE7A-2157-D78B-66BE-B4AFC6F10B8A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27.912" v="2261"/>
        <pc:sldMkLst>
          <pc:docMk/>
          <pc:sldMk cId="1218368481" sldId="270"/>
        </pc:sldMkLst>
        <pc:spChg chg="mod">
          <ac:chgData name="Renan Xavier Cortes" userId="d6af805853004405" providerId="LiveId" clId="{6CBA8CAD-390F-4A11-B907-BBB4B6E0B449}" dt="2026-01-21T19:44:08.525" v="2021" actId="20577"/>
          <ac:spMkLst>
            <pc:docMk/>
            <pc:sldMk cId="1218368481" sldId="270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9:44:20.030" v="2023"/>
          <ac:spMkLst>
            <pc:docMk/>
            <pc:sldMk cId="1218368481" sldId="270"/>
            <ac:spMk id="5" creationId="{F2A97601-E2DD-3BBC-74F4-2EA087A13F98}"/>
          </ac:spMkLst>
        </pc:spChg>
        <pc:spChg chg="add del">
          <ac:chgData name="Renan Xavier Cortes" userId="d6af805853004405" providerId="LiveId" clId="{6CBA8CAD-390F-4A11-B907-BBB4B6E0B449}" dt="2026-01-21T19:44:44.857" v="2025" actId="478"/>
          <ac:spMkLst>
            <pc:docMk/>
            <pc:sldMk cId="1218368481" sldId="270"/>
            <ac:spMk id="6" creationId="{5DA31ED7-3101-E188-86DD-5907439477B8}"/>
          </ac:spMkLst>
        </pc:spChg>
        <pc:spChg chg="del">
          <ac:chgData name="Renan Xavier Cortes" userId="d6af805853004405" providerId="LiveId" clId="{6CBA8CAD-390F-4A11-B907-BBB4B6E0B449}" dt="2026-01-21T19:44:19.710" v="2022" actId="478"/>
          <ac:spMkLst>
            <pc:docMk/>
            <pc:sldMk cId="1218368481" sldId="270"/>
            <ac:spMk id="8" creationId="{39AE06C5-34BE-4D68-97C3-4C07702C2DF6}"/>
          </ac:spMkLst>
        </pc:spChg>
        <pc:spChg chg="add mod">
          <ac:chgData name="Renan Xavier Cortes" userId="d6af805853004405" providerId="LiveId" clId="{6CBA8CAD-390F-4A11-B907-BBB4B6E0B449}" dt="2026-01-21T19:44:51.612" v="2027" actId="14100"/>
          <ac:spMkLst>
            <pc:docMk/>
            <pc:sldMk cId="1218368481" sldId="270"/>
            <ac:spMk id="9" creationId="{8D99C18C-4384-15B5-AE25-CA173BF5FF2A}"/>
          </ac:spMkLst>
        </pc:spChg>
        <pc:picChg chg="add mod">
          <ac:chgData name="Renan Xavier Cortes" userId="d6af805853004405" providerId="LiveId" clId="{6CBA8CAD-390F-4A11-B907-BBB4B6E0B449}" dt="2026-01-21T20:09:57.973" v="2038" actId="1076"/>
          <ac:picMkLst>
            <pc:docMk/>
            <pc:sldMk cId="1218368481" sldId="270"/>
            <ac:picMk id="11" creationId="{61149965-3367-6BC9-6804-26C7F2A938B0}"/>
          </ac:picMkLst>
        </pc:picChg>
      </pc:sldChg>
      <pc:sldChg chg="addSp modSp add mod modAnim">
        <pc:chgData name="Renan Xavier Cortes" userId="d6af805853004405" providerId="LiveId" clId="{6CBA8CAD-390F-4A11-B907-BBB4B6E0B449}" dt="2026-01-21T21:00:44.298" v="2266"/>
        <pc:sldMkLst>
          <pc:docMk/>
          <pc:sldMk cId="4045846075" sldId="271"/>
        </pc:sldMkLst>
        <pc:spChg chg="mod">
          <ac:chgData name="Renan Xavier Cortes" userId="d6af805853004405" providerId="LiveId" clId="{6CBA8CAD-390F-4A11-B907-BBB4B6E0B449}" dt="2026-01-21T20:37:36.926" v="2124" actId="20577"/>
          <ac:spMkLst>
            <pc:docMk/>
            <pc:sldMk cId="4045846075" sldId="271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48:01.809" v="2132" actId="404"/>
          <ac:spMkLst>
            <pc:docMk/>
            <pc:sldMk cId="4045846075" sldId="271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20:47:25.028" v="2126" actId="1076"/>
          <ac:picMkLst>
            <pc:docMk/>
            <pc:sldMk cId="4045846075" sldId="271"/>
            <ac:picMk id="6" creationId="{CB9F02F1-AFED-6149-90A3-CE7F1933A876}"/>
          </ac:picMkLst>
        </pc:picChg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183140782" sldId="272"/>
        </pc:sldMkLst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4037360461" sldId="273"/>
        </pc:sldMkLst>
      </pc:sldChg>
      <pc:sldChg chg="addSp delSp modSp add mod modAnim">
        <pc:chgData name="Renan Xavier Cortes" userId="d6af805853004405" providerId="LiveId" clId="{6CBA8CAD-390F-4A11-B907-BBB4B6E0B449}" dt="2026-01-21T20:59:49.591" v="2259" actId="1076"/>
        <pc:sldMkLst>
          <pc:docMk/>
          <pc:sldMk cId="2090754589" sldId="274"/>
        </pc:sldMkLst>
        <pc:spChg chg="mod">
          <ac:chgData name="Renan Xavier Cortes" userId="d6af805853004405" providerId="LiveId" clId="{6CBA8CAD-390F-4A11-B907-BBB4B6E0B449}" dt="2026-01-21T18:25:04.051" v="1202" actId="20577"/>
          <ac:spMkLst>
            <pc:docMk/>
            <pc:sldMk cId="2090754589" sldId="27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8:25:36.776" v="1227" actId="1076"/>
          <ac:spMkLst>
            <pc:docMk/>
            <pc:sldMk cId="2090754589" sldId="274"/>
            <ac:spMk id="5" creationId="{958B68E6-C144-5060-CA7D-7C17FE22680B}"/>
          </ac:spMkLst>
        </pc:spChg>
        <pc:spChg chg="mod">
          <ac:chgData name="Renan Xavier Cortes" userId="d6af805853004405" providerId="LiveId" clId="{6CBA8CAD-390F-4A11-B907-BBB4B6E0B449}" dt="2026-01-21T20:59:49.591" v="2259" actId="1076"/>
          <ac:spMkLst>
            <pc:docMk/>
            <pc:sldMk cId="2090754589" sldId="274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18:27:25.221" v="1239" actId="1076"/>
          <ac:picMkLst>
            <pc:docMk/>
            <pc:sldMk cId="2090754589" sldId="274"/>
            <ac:picMk id="9" creationId="{71F18501-07D0-A985-61D0-917B8E1DCA38}"/>
          </ac:picMkLst>
        </pc:picChg>
        <pc:picChg chg="add mod">
          <ac:chgData name="Renan Xavier Cortes" userId="d6af805853004405" providerId="LiveId" clId="{6CBA8CAD-390F-4A11-B907-BBB4B6E0B449}" dt="2026-01-21T18:27:18.724" v="1236" actId="1076"/>
          <ac:picMkLst>
            <pc:docMk/>
            <pc:sldMk cId="2090754589" sldId="274"/>
            <ac:picMk id="11" creationId="{2D7DA205-FD4F-B71E-2F8B-352FF373538B}"/>
          </ac:picMkLst>
        </pc:picChg>
        <pc:picChg chg="add del">
          <ac:chgData name="Renan Xavier Cortes" userId="d6af805853004405" providerId="LiveId" clId="{6CBA8CAD-390F-4A11-B907-BBB4B6E0B449}" dt="2026-01-21T18:35:43.594" v="1254" actId="478"/>
          <ac:picMkLst>
            <pc:docMk/>
            <pc:sldMk cId="2090754589" sldId="274"/>
            <ac:picMk id="13" creationId="{3998EFE2-B89E-DC76-D434-88376055E068}"/>
          </ac:picMkLst>
        </pc:picChg>
      </pc:sldChg>
      <pc:sldChg chg="delSp modSp add mod">
        <pc:chgData name="Renan Xavier Cortes" userId="d6af805853004405" providerId="LiveId" clId="{6CBA8CAD-390F-4A11-B907-BBB4B6E0B449}" dt="2026-01-21T20:59:53.464" v="2260" actId="1076"/>
        <pc:sldMkLst>
          <pc:docMk/>
          <pc:sldMk cId="3791482239" sldId="275"/>
        </pc:sldMkLst>
        <pc:spChg chg="mod">
          <ac:chgData name="Renan Xavier Cortes" userId="d6af805853004405" providerId="LiveId" clId="{6CBA8CAD-390F-4A11-B907-BBB4B6E0B449}" dt="2026-01-21T20:59:53.464" v="2260" actId="1076"/>
          <ac:spMkLst>
            <pc:docMk/>
            <pc:sldMk cId="3791482239" sldId="275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8:35:37.826" v="1252" actId="478"/>
          <ac:picMkLst>
            <pc:docMk/>
            <pc:sldMk cId="3791482239" sldId="275"/>
            <ac:picMk id="11" creationId="{2D7DA205-FD4F-B71E-2F8B-352FF373538B}"/>
          </ac:picMkLst>
        </pc:picChg>
        <pc:picChg chg="mod">
          <ac:chgData name="Renan Xavier Cortes" userId="d6af805853004405" providerId="LiveId" clId="{6CBA8CAD-390F-4A11-B907-BBB4B6E0B449}" dt="2026-01-21T18:35:40.892" v="1253" actId="1076"/>
          <ac:picMkLst>
            <pc:docMk/>
            <pc:sldMk cId="3791482239" sldId="275"/>
            <ac:picMk id="13" creationId="{3998EFE2-B89E-DC76-D434-88376055E068}"/>
          </ac:picMkLst>
        </pc:picChg>
      </pc:sldChg>
      <pc:sldChg chg="addSp modSp add mod modAnim">
        <pc:chgData name="Renan Xavier Cortes" userId="d6af805853004405" providerId="LiveId" clId="{6CBA8CAD-390F-4A11-B907-BBB4B6E0B449}" dt="2026-01-21T20:58:56.682" v="2252" actId="1076"/>
        <pc:sldMkLst>
          <pc:docMk/>
          <pc:sldMk cId="3446963972" sldId="276"/>
        </pc:sldMkLst>
        <pc:spChg chg="mod">
          <ac:chgData name="Renan Xavier Cortes" userId="d6af805853004405" providerId="LiveId" clId="{6CBA8CAD-390F-4A11-B907-BBB4B6E0B449}" dt="2026-01-21T20:58:53.820" v="2251" actId="1076"/>
          <ac:spMkLst>
            <pc:docMk/>
            <pc:sldMk cId="3446963972" sldId="276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8:46:47.975" v="1328"/>
          <ac:spMkLst>
            <pc:docMk/>
            <pc:sldMk cId="3446963972" sldId="276"/>
            <ac:spMk id="5" creationId="{7691A13F-E63A-E81C-7615-4E1B9C8F089B}"/>
          </ac:spMkLst>
        </pc:spChg>
        <pc:spChg chg="add">
          <ac:chgData name="Renan Xavier Cortes" userId="d6af805853004405" providerId="LiveId" clId="{6CBA8CAD-390F-4A11-B907-BBB4B6E0B449}" dt="2026-01-21T18:46:56.495" v="1331"/>
          <ac:spMkLst>
            <pc:docMk/>
            <pc:sldMk cId="3446963972" sldId="276"/>
            <ac:spMk id="6" creationId="{B9CD3EB6-CF63-45D7-8877-1B8884B44136}"/>
          </ac:spMkLst>
        </pc:spChg>
        <pc:spChg chg="mod">
          <ac:chgData name="Renan Xavier Cortes" userId="d6af805853004405" providerId="LiveId" clId="{6CBA8CAD-390F-4A11-B907-BBB4B6E0B449}" dt="2026-01-21T20:58:56.682" v="2252" actId="1076"/>
          <ac:spMkLst>
            <pc:docMk/>
            <pc:sldMk cId="3446963972" sldId="276"/>
            <ac:spMk id="8" creationId="{39AE06C5-34BE-4D68-97C3-4C07702C2DF6}"/>
          </ac:spMkLst>
        </pc:spChg>
        <pc:spChg chg="add">
          <ac:chgData name="Renan Xavier Cortes" userId="d6af805853004405" providerId="LiveId" clId="{6CBA8CAD-390F-4A11-B907-BBB4B6E0B449}" dt="2026-01-21T18:48:07.452" v="1348"/>
          <ac:spMkLst>
            <pc:docMk/>
            <pc:sldMk cId="3446963972" sldId="276"/>
            <ac:spMk id="9" creationId="{7BD61162-0455-46D7-6582-B08A63E293A9}"/>
          </ac:spMkLst>
        </pc:spChg>
        <pc:spChg chg="add mod">
          <ac:chgData name="Renan Xavier Cortes" userId="d6af805853004405" providerId="LiveId" clId="{6CBA8CAD-390F-4A11-B907-BBB4B6E0B449}" dt="2026-01-21T19:20:03.944" v="1876" actId="122"/>
          <ac:spMkLst>
            <pc:docMk/>
            <pc:sldMk cId="3446963972" sldId="276"/>
            <ac:spMk id="10" creationId="{5ED500D4-496C-7599-2503-D51C1F16CA97}"/>
          </ac:spMkLst>
        </pc:spChg>
      </pc:sldChg>
      <pc:sldChg chg="addSp delSp modSp add mod delAnim">
        <pc:chgData name="Renan Xavier Cortes" userId="d6af805853004405" providerId="LiveId" clId="{6CBA8CAD-390F-4A11-B907-BBB4B6E0B449}" dt="2026-01-21T20:59:04.449" v="2254" actId="1076"/>
        <pc:sldMkLst>
          <pc:docMk/>
          <pc:sldMk cId="3536810104" sldId="277"/>
        </pc:sldMkLst>
        <pc:spChg chg="mod">
          <ac:chgData name="Renan Xavier Cortes" userId="d6af805853004405" providerId="LiveId" clId="{6CBA8CAD-390F-4A11-B907-BBB4B6E0B449}" dt="2026-01-21T20:59:01.719" v="2253" actId="1076"/>
          <ac:spMkLst>
            <pc:docMk/>
            <pc:sldMk cId="3536810104" sldId="27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9:19:04.508" v="1845"/>
          <ac:spMkLst>
            <pc:docMk/>
            <pc:sldMk cId="3536810104" sldId="277"/>
            <ac:spMk id="5" creationId="{F614520D-A0CA-F6FB-739F-3A18BD793D0D}"/>
          </ac:spMkLst>
        </pc:spChg>
        <pc:spChg chg="mod">
          <ac:chgData name="Renan Xavier Cortes" userId="d6af805853004405" providerId="LiveId" clId="{6CBA8CAD-390F-4A11-B907-BBB4B6E0B449}" dt="2026-01-21T20:59:04.449" v="2254" actId="1076"/>
          <ac:spMkLst>
            <pc:docMk/>
            <pc:sldMk cId="3536810104" sldId="277"/>
            <ac:spMk id="8" creationId="{39AE06C5-34BE-4D68-97C3-4C07702C2DF6}"/>
          </ac:spMkLst>
        </pc:spChg>
        <pc:spChg chg="del">
          <ac:chgData name="Renan Xavier Cortes" userId="d6af805853004405" providerId="LiveId" clId="{6CBA8CAD-390F-4A11-B907-BBB4B6E0B449}" dt="2026-01-21T19:21:22.622" v="1907" actId="478"/>
          <ac:spMkLst>
            <pc:docMk/>
            <pc:sldMk cId="3536810104" sldId="277"/>
            <ac:spMk id="10" creationId="{5ED500D4-496C-7599-2503-D51C1F16CA97}"/>
          </ac:spMkLst>
        </pc:spChg>
      </pc:sldChg>
      <pc:sldChg chg="addSp delSp modSp add mod">
        <pc:chgData name="Renan Xavier Cortes" userId="d6af805853004405" providerId="LiveId" clId="{6CBA8CAD-390F-4A11-B907-BBB4B6E0B449}" dt="2026-01-21T20:59:12.468" v="2255" actId="1076"/>
        <pc:sldMkLst>
          <pc:docMk/>
          <pc:sldMk cId="3805335353" sldId="278"/>
        </pc:sldMkLst>
        <pc:spChg chg="del">
          <ac:chgData name="Renan Xavier Cortes" userId="d6af805853004405" providerId="LiveId" clId="{6CBA8CAD-390F-4A11-B907-BBB4B6E0B449}" dt="2026-01-21T19:23:53.939" v="1927" actId="478"/>
          <ac:spMkLst>
            <pc:docMk/>
            <pc:sldMk cId="3805335353" sldId="27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12.468" v="2255" actId="1076"/>
          <ac:spMkLst>
            <pc:docMk/>
            <pc:sldMk cId="3805335353" sldId="278"/>
            <ac:spMk id="8" creationId="{39AE06C5-34BE-4D68-97C3-4C07702C2DF6}"/>
          </ac:spMkLst>
        </pc:spChg>
        <pc:picChg chg="add del">
          <ac:chgData name="Renan Xavier Cortes" userId="d6af805853004405" providerId="LiveId" clId="{6CBA8CAD-390F-4A11-B907-BBB4B6E0B449}" dt="2026-01-21T19:24:04.582" v="1929" actId="478"/>
          <ac:picMkLst>
            <pc:docMk/>
            <pc:sldMk cId="3805335353" sldId="278"/>
            <ac:picMk id="6" creationId="{921C0E59-AD89-ECC2-F222-142CFE50CC44}"/>
          </ac:picMkLst>
        </pc:picChg>
        <pc:picChg chg="add del mod">
          <ac:chgData name="Renan Xavier Cortes" userId="d6af805853004405" providerId="LiveId" clId="{6CBA8CAD-390F-4A11-B907-BBB4B6E0B449}" dt="2026-01-21T19:24:16.562" v="1932" actId="478"/>
          <ac:picMkLst>
            <pc:docMk/>
            <pc:sldMk cId="3805335353" sldId="278"/>
            <ac:picMk id="10" creationId="{6D158DB3-BBDB-4290-7B5E-041896ED57D7}"/>
          </ac:picMkLst>
        </pc:picChg>
        <pc:picChg chg="add mod">
          <ac:chgData name="Renan Xavier Cortes" userId="d6af805853004405" providerId="LiveId" clId="{6CBA8CAD-390F-4A11-B907-BBB4B6E0B449}" dt="2026-01-21T19:24:25.804" v="1936" actId="1076"/>
          <ac:picMkLst>
            <pc:docMk/>
            <pc:sldMk cId="3805335353" sldId="278"/>
            <ac:picMk id="12" creationId="{D1D61B3D-F04A-A328-6D7E-B6112CFC8500}"/>
          </ac:picMkLst>
        </pc:picChg>
      </pc:sldChg>
      <pc:sldChg chg="add del">
        <pc:chgData name="Renan Xavier Cortes" userId="d6af805853004405" providerId="LiveId" clId="{6CBA8CAD-390F-4A11-B907-BBB4B6E0B449}" dt="2026-01-21T20:14:07.365" v="2065" actId="47"/>
        <pc:sldMkLst>
          <pc:docMk/>
          <pc:sldMk cId="3848419073" sldId="279"/>
        </pc:sldMkLst>
      </pc:sldChg>
      <pc:sldChg chg="addSp delSp modSp add mod modAnim">
        <pc:chgData name="Renan Xavier Cortes" userId="d6af805853004405" providerId="LiveId" clId="{6CBA8CAD-390F-4A11-B907-BBB4B6E0B449}" dt="2026-01-21T21:00:32.127" v="2262"/>
        <pc:sldMkLst>
          <pc:docMk/>
          <pc:sldMk cId="1732088967" sldId="280"/>
        </pc:sldMkLst>
        <pc:picChg chg="add mod">
          <ac:chgData name="Renan Xavier Cortes" userId="d6af805853004405" providerId="LiveId" clId="{6CBA8CAD-390F-4A11-B907-BBB4B6E0B449}" dt="2026-01-21T20:10:30.304" v="2048" actId="1076"/>
          <ac:picMkLst>
            <pc:docMk/>
            <pc:sldMk cId="1732088967" sldId="280"/>
            <ac:picMk id="8" creationId="{AEF69BF5-D37C-4474-57A7-A57534FDD6C4}"/>
          </ac:picMkLst>
        </pc:picChg>
        <pc:picChg chg="del">
          <ac:chgData name="Renan Xavier Cortes" userId="d6af805853004405" providerId="LiveId" clId="{6CBA8CAD-390F-4A11-B907-BBB4B6E0B449}" dt="2026-01-21T20:10:25.088" v="2043" actId="478"/>
          <ac:picMkLst>
            <pc:docMk/>
            <pc:sldMk cId="1732088967" sldId="280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5.081" v="2263"/>
        <pc:sldMkLst>
          <pc:docMk/>
          <pc:sldMk cId="1675466683" sldId="281"/>
        </pc:sldMkLst>
        <pc:picChg chg="add mod">
          <ac:chgData name="Renan Xavier Cortes" userId="d6af805853004405" providerId="LiveId" clId="{6CBA8CAD-390F-4A11-B907-BBB4B6E0B449}" dt="2026-01-21T20:10:41.842" v="2053" actId="1076"/>
          <ac:picMkLst>
            <pc:docMk/>
            <pc:sldMk cId="1675466683" sldId="281"/>
            <ac:picMk id="8" creationId="{0CEA26AE-0683-B67F-BC37-373D3160DC2B}"/>
          </ac:picMkLst>
        </pc:picChg>
        <pc:picChg chg="del">
          <ac:chgData name="Renan Xavier Cortes" userId="d6af805853004405" providerId="LiveId" clId="{6CBA8CAD-390F-4A11-B907-BBB4B6E0B449}" dt="2026-01-21T20:10:39.109" v="2049" actId="478"/>
          <ac:picMkLst>
            <pc:docMk/>
            <pc:sldMk cId="1675466683" sldId="281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9.070" v="2264"/>
        <pc:sldMkLst>
          <pc:docMk/>
          <pc:sldMk cId="394495569" sldId="282"/>
        </pc:sldMkLst>
        <pc:picChg chg="add mod">
          <ac:chgData name="Renan Xavier Cortes" userId="d6af805853004405" providerId="LiveId" clId="{6CBA8CAD-390F-4A11-B907-BBB4B6E0B449}" dt="2026-01-21T20:10:49.139" v="2058" actId="1076"/>
          <ac:picMkLst>
            <pc:docMk/>
            <pc:sldMk cId="394495569" sldId="282"/>
            <ac:picMk id="8" creationId="{B1CCA7E3-218E-F179-62AE-8328EF43C48D}"/>
          </ac:picMkLst>
        </pc:picChg>
        <pc:picChg chg="del">
          <ac:chgData name="Renan Xavier Cortes" userId="d6af805853004405" providerId="LiveId" clId="{6CBA8CAD-390F-4A11-B907-BBB4B6E0B449}" dt="2026-01-21T20:10:46.609" v="2054" actId="478"/>
          <ac:picMkLst>
            <pc:docMk/>
            <pc:sldMk cId="394495569" sldId="282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1.723" v="2265"/>
        <pc:sldMkLst>
          <pc:docMk/>
          <pc:sldMk cId="1551874195" sldId="283"/>
        </pc:sldMkLst>
        <pc:picChg chg="del">
          <ac:chgData name="Renan Xavier Cortes" userId="d6af805853004405" providerId="LiveId" clId="{6CBA8CAD-390F-4A11-B907-BBB4B6E0B449}" dt="2026-01-21T20:11:11.233" v="2060" actId="478"/>
          <ac:picMkLst>
            <pc:docMk/>
            <pc:sldMk cId="1551874195" sldId="283"/>
            <ac:picMk id="8" creationId="{B1CCA7E3-218E-F179-62AE-8328EF43C48D}"/>
          </ac:picMkLst>
        </pc:picChg>
        <pc:picChg chg="add del mod">
          <ac:chgData name="Renan Xavier Cortes" userId="d6af805853004405" providerId="LiveId" clId="{6CBA8CAD-390F-4A11-B907-BBB4B6E0B449}" dt="2026-01-21T20:14:13.787" v="2066" actId="478"/>
          <ac:picMkLst>
            <pc:docMk/>
            <pc:sldMk cId="1551874195" sldId="283"/>
            <ac:picMk id="10" creationId="{F828494C-955A-760B-2AC4-9BAE7602E545}"/>
          </ac:picMkLst>
        </pc:picChg>
        <pc:picChg chg="add mod">
          <ac:chgData name="Renan Xavier Cortes" userId="d6af805853004405" providerId="LiveId" clId="{6CBA8CAD-390F-4A11-B907-BBB4B6E0B449}" dt="2026-01-21T20:14:23.924" v="2073" actId="1076"/>
          <ac:picMkLst>
            <pc:docMk/>
            <pc:sldMk cId="1551874195" sldId="283"/>
            <ac:picMk id="12" creationId="{65B2CA1E-D00D-E753-7DDF-737EC812D222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7.027" v="2267"/>
        <pc:sldMkLst>
          <pc:docMk/>
          <pc:sldMk cId="3855288861" sldId="284"/>
        </pc:sldMkLst>
        <pc:spChg chg="mod">
          <ac:chgData name="Renan Xavier Cortes" userId="d6af805853004405" providerId="LiveId" clId="{6CBA8CAD-390F-4A11-B907-BBB4B6E0B449}" dt="2026-01-21T20:48:23.702" v="2145" actId="20577"/>
          <ac:spMkLst>
            <pc:docMk/>
            <pc:sldMk cId="3855288861" sldId="28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20:48:43.266" v="2153" actId="1076"/>
          <ac:spMkLst>
            <pc:docMk/>
            <pc:sldMk cId="3855288861" sldId="284"/>
            <ac:spMk id="10" creationId="{2B1F81A8-3F77-3D25-0D91-989260BBD806}"/>
          </ac:spMkLst>
        </pc:spChg>
        <pc:spChg chg="add mod">
          <ac:chgData name="Renan Xavier Cortes" userId="d6af805853004405" providerId="LiveId" clId="{6CBA8CAD-390F-4A11-B907-BBB4B6E0B449}" dt="2026-01-21T20:49:00.147" v="2168" actId="1076"/>
          <ac:spMkLst>
            <pc:docMk/>
            <pc:sldMk cId="3855288861" sldId="284"/>
            <ac:spMk id="11" creationId="{ACBE2905-AC6C-0446-21C0-36CE2B864BA5}"/>
          </ac:spMkLst>
        </pc:spChg>
        <pc:picChg chg="del">
          <ac:chgData name="Renan Xavier Cortes" userId="d6af805853004405" providerId="LiveId" clId="{6CBA8CAD-390F-4A11-B907-BBB4B6E0B449}" dt="2026-01-21T20:48:26.070" v="2146" actId="478"/>
          <ac:picMkLst>
            <pc:docMk/>
            <pc:sldMk cId="3855288861" sldId="284"/>
            <ac:picMk id="6" creationId="{CB9F02F1-AFED-6149-90A3-CE7F1933A876}"/>
          </ac:picMkLst>
        </pc:picChg>
        <pc:picChg chg="add mod">
          <ac:chgData name="Renan Xavier Cortes" userId="d6af805853004405" providerId="LiveId" clId="{6CBA8CAD-390F-4A11-B907-BBB4B6E0B449}" dt="2026-01-21T20:48:57.395" v="2167" actId="1076"/>
          <ac:picMkLst>
            <pc:docMk/>
            <pc:sldMk cId="3855288861" sldId="284"/>
            <ac:picMk id="9" creationId="{61539A83-FA7C-7AD1-70FB-ECE4DD84D297}"/>
          </ac:picMkLst>
        </pc:picChg>
        <pc:picChg chg="add mod">
          <ac:chgData name="Renan Xavier Cortes" userId="d6af805853004405" providerId="LiveId" clId="{6CBA8CAD-390F-4A11-B907-BBB4B6E0B449}" dt="2026-01-21T20:49:27.109" v="2171" actId="1076"/>
          <ac:picMkLst>
            <pc:docMk/>
            <pc:sldMk cId="3855288861" sldId="284"/>
            <ac:picMk id="13" creationId="{40652A95-1D6F-2C91-CA10-BBD91EE6FCD5}"/>
          </ac:picMkLst>
        </pc:picChg>
      </pc:sldChg>
      <pc:sldChg chg="addSp delSp modSp add del mod">
        <pc:chgData name="Renan Xavier Cortes" userId="d6af805853004405" providerId="LiveId" clId="{6CBA8CAD-390F-4A11-B907-BBB4B6E0B449}" dt="2026-01-21T20:52:43.441" v="2205" actId="47"/>
        <pc:sldMkLst>
          <pc:docMk/>
          <pc:sldMk cId="675104871" sldId="285"/>
        </pc:sldMkLst>
        <pc:spChg chg="mod">
          <ac:chgData name="Renan Xavier Cortes" userId="d6af805853004405" providerId="LiveId" clId="{6CBA8CAD-390F-4A11-B907-BBB4B6E0B449}" dt="2026-01-21T20:49:49.525" v="2189" actId="20577"/>
          <ac:spMkLst>
            <pc:docMk/>
            <pc:sldMk cId="675104871" sldId="285"/>
            <ac:spMk id="4" creationId="{4B84190D-BF19-CEFE-E86D-F0B0EBBA7C0B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0" creationId="{2B1F81A8-3F77-3D25-0D91-989260BBD806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1" creationId="{ACBE2905-AC6C-0446-21C0-36CE2B864BA5}"/>
          </ac:spMkLst>
        </pc:spChg>
        <pc:picChg chg="add del mod">
          <ac:chgData name="Renan Xavier Cortes" userId="d6af805853004405" providerId="LiveId" clId="{6CBA8CAD-390F-4A11-B907-BBB4B6E0B449}" dt="2026-01-21T20:52:20.405" v="2197" actId="478"/>
          <ac:picMkLst>
            <pc:docMk/>
            <pc:sldMk cId="675104871" sldId="285"/>
            <ac:picMk id="6" creationId="{96B5210F-1605-9FC7-8E4A-D66BA6A8C835}"/>
          </ac:picMkLst>
        </pc:picChg>
        <pc:picChg chg="del">
          <ac:chgData name="Renan Xavier Cortes" userId="d6af805853004405" providerId="LiveId" clId="{6CBA8CAD-390F-4A11-B907-BBB4B6E0B449}" dt="2026-01-21T20:49:51.683" v="2190" actId="478"/>
          <ac:picMkLst>
            <pc:docMk/>
            <pc:sldMk cId="675104871" sldId="285"/>
            <ac:picMk id="9" creationId="{61539A83-FA7C-7AD1-70FB-ECE4DD84D297}"/>
          </ac:picMkLst>
        </pc:picChg>
        <pc:picChg chg="del">
          <ac:chgData name="Renan Xavier Cortes" userId="d6af805853004405" providerId="LiveId" clId="{6CBA8CAD-390F-4A11-B907-BBB4B6E0B449}" dt="2026-01-21T20:49:52.623" v="2191" actId="478"/>
          <ac:picMkLst>
            <pc:docMk/>
            <pc:sldMk cId="675104871" sldId="285"/>
            <ac:picMk id="13" creationId="{40652A95-1D6F-2C91-CA10-BBD91EE6FCD5}"/>
          </ac:picMkLst>
        </pc:picChg>
      </pc:sldChg>
      <pc:sldChg chg="add modAnim">
        <pc:chgData name="Renan Xavier Cortes" userId="d6af805853004405" providerId="LiveId" clId="{6CBA8CAD-390F-4A11-B907-BBB4B6E0B449}" dt="2026-01-21T21:00:53.358" v="2269"/>
        <pc:sldMkLst>
          <pc:docMk/>
          <pc:sldMk cId="2773026186" sldId="286"/>
        </pc:sldMkLst>
      </pc:sldChg>
      <pc:sldChg chg="addSp delSp modSp add mod modAnim">
        <pc:chgData name="Renan Xavier Cortes" userId="d6af805853004405" providerId="LiveId" clId="{6CBA8CAD-390F-4A11-B907-BBB4B6E0B449}" dt="2026-01-21T21:00:49.455" v="2268"/>
        <pc:sldMkLst>
          <pc:docMk/>
          <pc:sldMk cId="623748094" sldId="287"/>
        </pc:sldMkLst>
        <pc:spChg chg="add mod">
          <ac:chgData name="Renan Xavier Cortes" userId="d6af805853004405" providerId="LiveId" clId="{6CBA8CAD-390F-4A11-B907-BBB4B6E0B449}" dt="2026-01-21T20:54:01.600" v="2250" actId="1076"/>
          <ac:spMkLst>
            <pc:docMk/>
            <pc:sldMk cId="623748094" sldId="287"/>
            <ac:spMk id="10" creationId="{0501C3D0-1DF0-41AE-C64F-7EABA969E7F3}"/>
          </ac:spMkLst>
        </pc:spChg>
        <pc:picChg chg="del">
          <ac:chgData name="Renan Xavier Cortes" userId="d6af805853004405" providerId="LiveId" clId="{6CBA8CAD-390F-4A11-B907-BBB4B6E0B449}" dt="2026-01-21T20:52:26.148" v="2199" actId="478"/>
          <ac:picMkLst>
            <pc:docMk/>
            <pc:sldMk cId="623748094" sldId="287"/>
            <ac:picMk id="6" creationId="{96B5210F-1605-9FC7-8E4A-D66BA6A8C835}"/>
          </ac:picMkLst>
        </pc:picChg>
        <pc:picChg chg="add mod">
          <ac:chgData name="Renan Xavier Cortes" userId="d6af805853004405" providerId="LiveId" clId="{6CBA8CAD-390F-4A11-B907-BBB4B6E0B449}" dt="2026-01-21T20:53:20.353" v="2208" actId="1076"/>
          <ac:picMkLst>
            <pc:docMk/>
            <pc:sldMk cId="623748094" sldId="287"/>
            <ac:picMk id="9" creationId="{F0AE4C95-B2E5-AD75-C8DB-CA9623F29141}"/>
          </ac:picMkLst>
        </pc:picChg>
        <pc:picChg chg="add del mod">
          <ac:chgData name="Renan Xavier Cortes" userId="d6af805853004405" providerId="LiveId" clId="{6CBA8CAD-390F-4A11-B907-BBB4B6E0B449}" dt="2026-01-21T20:53:15.846" v="2206" actId="478"/>
          <ac:picMkLst>
            <pc:docMk/>
            <pc:sldMk cId="623748094" sldId="287"/>
            <ac:picMk id="18434" creationId="{E52C266A-D0DB-93C1-2C72-A4F92F13BCD8}"/>
          </ac:picMkLst>
        </pc:picChg>
      </pc:sldChg>
    </pc:docChg>
  </pc:docChgLst>
  <pc:docChgLst>
    <pc:chgData name="Renan Xavier Cortes" userId="d6af805853004405" providerId="LiveId" clId="{A4277EE5-2EF4-4747-BBA1-CA392BC5D677}"/>
    <pc:docChg chg="undo custSel addSld modSld sldOrd">
      <pc:chgData name="Renan Xavier Cortes" userId="d6af805853004405" providerId="LiveId" clId="{A4277EE5-2EF4-4747-BBA1-CA392BC5D677}" dt="2026-01-27T20:17:59.735" v="782" actId="1076"/>
      <pc:docMkLst>
        <pc:docMk/>
      </pc:docMkLst>
      <pc:sldChg chg="modSp mod">
        <pc:chgData name="Renan Xavier Cortes" userId="d6af805853004405" providerId="LiveId" clId="{A4277EE5-2EF4-4747-BBA1-CA392BC5D677}" dt="2026-01-22T13:32:22.905" v="12" actId="20577"/>
        <pc:sldMkLst>
          <pc:docMk/>
          <pc:sldMk cId="193773268" sldId="256"/>
        </pc:sldMkLst>
        <pc:spChg chg="mod">
          <ac:chgData name="Renan Xavier Cortes" userId="d6af805853004405" providerId="LiveId" clId="{A4277EE5-2EF4-4747-BBA1-CA392BC5D677}" dt="2026-01-22T13:32:22.905" v="12" actId="20577"/>
          <ac:spMkLst>
            <pc:docMk/>
            <pc:sldMk cId="193773268" sldId="256"/>
            <ac:spMk id="4" creationId="{D49A408B-D762-44A8-8FB9-8DC0FA83E7C6}"/>
          </ac:spMkLst>
        </pc:spChg>
      </pc:sldChg>
      <pc:sldChg chg="addSp modSp mod">
        <pc:chgData name="Renan Xavier Cortes" userId="d6af805853004405" providerId="LiveId" clId="{A4277EE5-2EF4-4747-BBA1-CA392BC5D677}" dt="2026-01-27T20:00:34.363" v="712" actId="1076"/>
        <pc:sldMkLst>
          <pc:docMk/>
          <pc:sldMk cId="1859719164" sldId="259"/>
        </pc:sldMkLst>
        <pc:spChg chg="add mod">
          <ac:chgData name="Renan Xavier Cortes" userId="d6af805853004405" providerId="LiveId" clId="{A4277EE5-2EF4-4747-BBA1-CA392BC5D677}" dt="2026-01-27T20:00:34.363" v="712" actId="1076"/>
          <ac:spMkLst>
            <pc:docMk/>
            <pc:sldMk cId="1859719164" sldId="259"/>
            <ac:spMk id="4" creationId="{87249BF7-3572-1EF7-C5D9-0169AD177983}"/>
          </ac:spMkLst>
        </pc:spChg>
        <pc:spChg chg="mod">
          <ac:chgData name="Renan Xavier Cortes" userId="d6af805853004405" providerId="LiveId" clId="{A4277EE5-2EF4-4747-BBA1-CA392BC5D677}" dt="2026-01-27T19:55:34.111" v="701" actId="1076"/>
          <ac:spMkLst>
            <pc:docMk/>
            <pc:sldMk cId="1859719164" sldId="259"/>
            <ac:spMk id="14" creationId="{427DBFEB-81BF-4CC3-A411-FBF43D295C56}"/>
          </ac:spMkLst>
        </pc:spChg>
      </pc:sldChg>
      <pc:sldChg chg="addSp modSp mod">
        <pc:chgData name="Renan Xavier Cortes" userId="d6af805853004405" providerId="LiveId" clId="{A4277EE5-2EF4-4747-BBA1-CA392BC5D677}" dt="2026-01-27T19:55:38.738" v="702" actId="20577"/>
        <pc:sldMkLst>
          <pc:docMk/>
          <pc:sldMk cId="2921823341" sldId="260"/>
        </pc:sldMkLst>
        <pc:spChg chg="mod">
          <ac:chgData name="Renan Xavier Cortes" userId="d6af805853004405" providerId="LiveId" clId="{A4277EE5-2EF4-4747-BBA1-CA392BC5D677}" dt="2026-01-27T19:55:38.738" v="702" actId="20577"/>
          <ac:spMkLst>
            <pc:docMk/>
            <pc:sldMk cId="2921823341" sldId="260"/>
            <ac:spMk id="8" creationId="{39AE06C5-34BE-4D68-97C3-4C07702C2DF6}"/>
          </ac:spMkLst>
        </pc:spChg>
        <pc:spChg chg="mod">
          <ac:chgData name="Renan Xavier Cortes" userId="d6af805853004405" providerId="LiveId" clId="{A4277EE5-2EF4-4747-BBA1-CA392BC5D677}" dt="2026-01-27T12:30:13.487" v="621" actId="20577"/>
          <ac:spMkLst>
            <pc:docMk/>
            <pc:sldMk cId="2921823341" sldId="260"/>
            <ac:spMk id="14" creationId="{427DBFEB-81BF-4CC3-A411-FBF43D295C56}"/>
          </ac:spMkLst>
        </pc:spChg>
        <pc:picChg chg="add mod">
          <ac:chgData name="Renan Xavier Cortes" userId="d6af805853004405" providerId="LiveId" clId="{A4277EE5-2EF4-4747-BBA1-CA392BC5D677}" dt="2026-01-26T18:25:29.798" v="190" actId="1076"/>
          <ac:picMkLst>
            <pc:docMk/>
            <pc:sldMk cId="2921823341" sldId="260"/>
            <ac:picMk id="4" creationId="{2ECD04C3-CFAF-0324-68EB-D5C3DA0DE51F}"/>
          </ac:picMkLst>
        </pc:picChg>
      </pc:sldChg>
      <pc:sldChg chg="addSp delSp modSp add mod">
        <pc:chgData name="Renan Xavier Cortes" userId="d6af805853004405" providerId="LiveId" clId="{A4277EE5-2EF4-4747-BBA1-CA392BC5D677}" dt="2026-01-27T19:55:41.794" v="703" actId="20577"/>
        <pc:sldMkLst>
          <pc:docMk/>
          <pc:sldMk cId="4009157315" sldId="261"/>
        </pc:sldMkLst>
        <pc:spChg chg="add">
          <ac:chgData name="Renan Xavier Cortes" userId="d6af805853004405" providerId="LiveId" clId="{A4277EE5-2EF4-4747-BBA1-CA392BC5D677}" dt="2026-01-26T18:24:27.792" v="181"/>
          <ac:spMkLst>
            <pc:docMk/>
            <pc:sldMk cId="4009157315" sldId="261"/>
            <ac:spMk id="4" creationId="{6DA6D5C0-531A-0796-F53B-A5492206BDA1}"/>
          </ac:spMkLst>
        </pc:spChg>
        <pc:spChg chg="mod">
          <ac:chgData name="Renan Xavier Cortes" userId="d6af805853004405" providerId="LiveId" clId="{A4277EE5-2EF4-4747-BBA1-CA392BC5D677}" dt="2026-01-27T19:55:41.794" v="703" actId="20577"/>
          <ac:spMkLst>
            <pc:docMk/>
            <pc:sldMk cId="4009157315" sldId="261"/>
            <ac:spMk id="8" creationId="{39AE06C5-34BE-4D68-97C3-4C07702C2DF6}"/>
          </ac:spMkLst>
        </pc:spChg>
        <pc:spChg chg="mod">
          <ac:chgData name="Renan Xavier Cortes" userId="d6af805853004405" providerId="LiveId" clId="{A4277EE5-2EF4-4747-BBA1-CA392BC5D677}" dt="2026-01-26T18:28:50.556" v="261" actId="1076"/>
          <ac:spMkLst>
            <pc:docMk/>
            <pc:sldMk cId="4009157315" sldId="261"/>
            <ac:spMk id="14" creationId="{427DBFEB-81BF-4CC3-A411-FBF43D295C56}"/>
          </ac:spMkLst>
        </pc:spChg>
        <pc:picChg chg="add del mod">
          <ac:chgData name="Renan Xavier Cortes" userId="d6af805853004405" providerId="LiveId" clId="{A4277EE5-2EF4-4747-BBA1-CA392BC5D677}" dt="2026-01-26T18:29:26.845" v="266" actId="478"/>
          <ac:picMkLst>
            <pc:docMk/>
            <pc:sldMk cId="4009157315" sldId="261"/>
            <ac:picMk id="6" creationId="{B1872465-F523-029C-E075-EF1EB17E0183}"/>
          </ac:picMkLst>
        </pc:picChg>
        <pc:picChg chg="add mod">
          <ac:chgData name="Renan Xavier Cortes" userId="d6af805853004405" providerId="LiveId" clId="{A4277EE5-2EF4-4747-BBA1-CA392BC5D677}" dt="2026-01-26T18:29:34.921" v="270" actId="1076"/>
          <ac:picMkLst>
            <pc:docMk/>
            <pc:sldMk cId="4009157315" sldId="261"/>
            <ac:picMk id="10" creationId="{AC895CA6-530E-5D97-B9D6-6CC4B0290730}"/>
          </ac:picMkLst>
        </pc:picChg>
        <pc:picChg chg="add del mod">
          <ac:chgData name="Renan Xavier Cortes" userId="d6af805853004405" providerId="LiveId" clId="{A4277EE5-2EF4-4747-BBA1-CA392BC5D677}" dt="2026-01-26T18:25:33.122" v="191" actId="478"/>
          <ac:picMkLst>
            <pc:docMk/>
            <pc:sldMk cId="4009157315" sldId="261"/>
            <ac:picMk id="1028" creationId="{4C5574EE-108E-F593-C983-10372F65D0A0}"/>
          </ac:picMkLst>
        </pc:picChg>
      </pc:sldChg>
      <pc:sldChg chg="addSp delSp modSp add mod">
        <pc:chgData name="Renan Xavier Cortes" userId="d6af805853004405" providerId="LiveId" clId="{A4277EE5-2EF4-4747-BBA1-CA392BC5D677}" dt="2026-01-27T19:55:44.753" v="704" actId="20577"/>
        <pc:sldMkLst>
          <pc:docMk/>
          <pc:sldMk cId="2258658534" sldId="262"/>
        </pc:sldMkLst>
        <pc:spChg chg="mod">
          <ac:chgData name="Renan Xavier Cortes" userId="d6af805853004405" providerId="LiveId" clId="{A4277EE5-2EF4-4747-BBA1-CA392BC5D677}" dt="2026-01-27T19:55:44.753" v="704" actId="20577"/>
          <ac:spMkLst>
            <pc:docMk/>
            <pc:sldMk cId="2258658534" sldId="262"/>
            <ac:spMk id="8" creationId="{39AE06C5-34BE-4D68-97C3-4C07702C2DF6}"/>
          </ac:spMkLst>
        </pc:spChg>
        <pc:spChg chg="mod">
          <ac:chgData name="Renan Xavier Cortes" userId="d6af805853004405" providerId="LiveId" clId="{A4277EE5-2EF4-4747-BBA1-CA392BC5D677}" dt="2026-01-26T18:28:54.479" v="262" actId="1076"/>
          <ac:spMkLst>
            <pc:docMk/>
            <pc:sldMk cId="2258658534" sldId="262"/>
            <ac:spMk id="14" creationId="{427DBFEB-81BF-4CC3-A411-FBF43D295C56}"/>
          </ac:spMkLst>
        </pc:spChg>
        <pc:picChg chg="add mod">
          <ac:chgData name="Renan Xavier Cortes" userId="d6af805853004405" providerId="LiveId" clId="{A4277EE5-2EF4-4747-BBA1-CA392BC5D677}" dt="2026-01-26T18:29:02.154" v="265" actId="1076"/>
          <ac:picMkLst>
            <pc:docMk/>
            <pc:sldMk cId="2258658534" sldId="262"/>
            <ac:picMk id="5" creationId="{AE5F8CCC-D9FC-CC11-4349-AD81AAA3BEC2}"/>
          </ac:picMkLst>
        </pc:picChg>
        <pc:picChg chg="del">
          <ac:chgData name="Renan Xavier Cortes" userId="d6af805853004405" providerId="LiveId" clId="{A4277EE5-2EF4-4747-BBA1-CA392BC5D677}" dt="2026-01-26T18:28:40.592" v="257" actId="478"/>
          <ac:picMkLst>
            <pc:docMk/>
            <pc:sldMk cId="2258658534" sldId="262"/>
            <ac:picMk id="6" creationId="{B1872465-F523-029C-E075-EF1EB17E0183}"/>
          </ac:picMkLst>
        </pc:picChg>
      </pc:sldChg>
      <pc:sldChg chg="addSp delSp modSp add mod">
        <pc:chgData name="Renan Xavier Cortes" userId="d6af805853004405" providerId="LiveId" clId="{A4277EE5-2EF4-4747-BBA1-CA392BC5D677}" dt="2026-01-27T19:55:49.194" v="705" actId="20577"/>
        <pc:sldMkLst>
          <pc:docMk/>
          <pc:sldMk cId="1909341641" sldId="263"/>
        </pc:sldMkLst>
        <pc:spChg chg="add mod">
          <ac:chgData name="Renan Xavier Cortes" userId="d6af805853004405" providerId="LiveId" clId="{A4277EE5-2EF4-4747-BBA1-CA392BC5D677}" dt="2026-01-26T18:49:26.126" v="470" actId="1076"/>
          <ac:spMkLst>
            <pc:docMk/>
            <pc:sldMk cId="1909341641" sldId="263"/>
            <ac:spMk id="4" creationId="{2E5D54EF-8EDF-9221-C3F8-EC312E34F55E}"/>
          </ac:spMkLst>
        </pc:spChg>
        <pc:spChg chg="add mod">
          <ac:chgData name="Renan Xavier Cortes" userId="d6af805853004405" providerId="LiveId" clId="{A4277EE5-2EF4-4747-BBA1-CA392BC5D677}" dt="2026-01-26T18:49:26.126" v="470" actId="1076"/>
          <ac:spMkLst>
            <pc:docMk/>
            <pc:sldMk cId="1909341641" sldId="263"/>
            <ac:spMk id="6" creationId="{2DFB554A-8CC3-D666-D47B-5E362ACD22B9}"/>
          </ac:spMkLst>
        </pc:spChg>
        <pc:spChg chg="mod">
          <ac:chgData name="Renan Xavier Cortes" userId="d6af805853004405" providerId="LiveId" clId="{A4277EE5-2EF4-4747-BBA1-CA392BC5D677}" dt="2026-01-27T19:55:49.194" v="705" actId="20577"/>
          <ac:spMkLst>
            <pc:docMk/>
            <pc:sldMk cId="1909341641" sldId="263"/>
            <ac:spMk id="8" creationId="{39AE06C5-34BE-4D68-97C3-4C07702C2DF6}"/>
          </ac:spMkLst>
        </pc:spChg>
        <pc:spChg chg="mod">
          <ac:chgData name="Renan Xavier Cortes" userId="d6af805853004405" providerId="LiveId" clId="{A4277EE5-2EF4-4747-BBA1-CA392BC5D677}" dt="2026-01-26T18:49:26.126" v="470" actId="1076"/>
          <ac:spMkLst>
            <pc:docMk/>
            <pc:sldMk cId="1909341641" sldId="263"/>
            <ac:spMk id="14" creationId="{427DBFEB-81BF-4CC3-A411-FBF43D295C56}"/>
          </ac:spMkLst>
        </pc:spChg>
        <pc:picChg chg="del">
          <ac:chgData name="Renan Xavier Cortes" userId="d6af805853004405" providerId="LiveId" clId="{A4277EE5-2EF4-4747-BBA1-CA392BC5D677}" dt="2026-01-26T18:29:40.656" v="272" actId="478"/>
          <ac:picMkLst>
            <pc:docMk/>
            <pc:sldMk cId="1909341641" sldId="263"/>
            <ac:picMk id="5" creationId="{AE5F8CCC-D9FC-CC11-4349-AD81AAA3BEC2}"/>
          </ac:picMkLst>
        </pc:picChg>
      </pc:sldChg>
      <pc:sldChg chg="addSp delSp modSp add mod ord">
        <pc:chgData name="Renan Xavier Cortes" userId="d6af805853004405" providerId="LiveId" clId="{A4277EE5-2EF4-4747-BBA1-CA392BC5D677}" dt="2026-01-27T20:16:50.167" v="770" actId="14100"/>
        <pc:sldMkLst>
          <pc:docMk/>
          <pc:sldMk cId="3461455159" sldId="264"/>
        </pc:sldMkLst>
        <pc:spChg chg="add mod">
          <ac:chgData name="Renan Xavier Cortes" userId="d6af805853004405" providerId="LiveId" clId="{A4277EE5-2EF4-4747-BBA1-CA392BC5D677}" dt="2026-01-27T19:59:18.305" v="711" actId="403"/>
          <ac:spMkLst>
            <pc:docMk/>
            <pc:sldMk cId="3461455159" sldId="264"/>
            <ac:spMk id="5" creationId="{462A550A-2F15-4636-BB02-A7AFDEC69830}"/>
          </ac:spMkLst>
        </pc:spChg>
        <pc:spChg chg="mod">
          <ac:chgData name="Renan Xavier Cortes" userId="d6af805853004405" providerId="LiveId" clId="{A4277EE5-2EF4-4747-BBA1-CA392BC5D677}" dt="2026-01-27T19:55:53.482" v="706" actId="20577"/>
          <ac:spMkLst>
            <pc:docMk/>
            <pc:sldMk cId="3461455159" sldId="264"/>
            <ac:spMk id="8" creationId="{39AE06C5-34BE-4D68-97C3-4C07702C2DF6}"/>
          </ac:spMkLst>
        </pc:spChg>
        <pc:spChg chg="del mod">
          <ac:chgData name="Renan Xavier Cortes" userId="d6af805853004405" providerId="LiveId" clId="{A4277EE5-2EF4-4747-BBA1-CA392BC5D677}" dt="2026-01-27T19:32:29.982" v="694" actId="478"/>
          <ac:spMkLst>
            <pc:docMk/>
            <pc:sldMk cId="3461455159" sldId="264"/>
            <ac:spMk id="14" creationId="{427DBFEB-81BF-4CC3-A411-FBF43D295C56}"/>
          </ac:spMkLst>
        </pc:spChg>
        <pc:picChg chg="del">
          <ac:chgData name="Renan Xavier Cortes" userId="d6af805853004405" providerId="LiveId" clId="{A4277EE5-2EF4-4747-BBA1-CA392BC5D677}" dt="2026-01-27T19:28:00.632" v="623" actId="478"/>
          <ac:picMkLst>
            <pc:docMk/>
            <pc:sldMk cId="3461455159" sldId="264"/>
            <ac:picMk id="4" creationId="{2ECD04C3-CFAF-0324-68EB-D5C3DA0DE51F}"/>
          </ac:picMkLst>
        </pc:picChg>
        <pc:picChg chg="add del mod">
          <ac:chgData name="Renan Xavier Cortes" userId="d6af805853004405" providerId="LiveId" clId="{A4277EE5-2EF4-4747-BBA1-CA392BC5D677}" dt="2026-01-27T20:07:33.849" v="733" actId="478"/>
          <ac:picMkLst>
            <pc:docMk/>
            <pc:sldMk cId="3461455159" sldId="264"/>
            <ac:picMk id="9" creationId="{DB0C3A4B-E646-9755-88FC-E2E771B3C631}"/>
          </ac:picMkLst>
        </pc:picChg>
        <pc:picChg chg="add mod">
          <ac:chgData name="Renan Xavier Cortes" userId="d6af805853004405" providerId="LiveId" clId="{A4277EE5-2EF4-4747-BBA1-CA392BC5D677}" dt="2026-01-27T20:15:57.611" v="757" actId="1076"/>
          <ac:picMkLst>
            <pc:docMk/>
            <pc:sldMk cId="3461455159" sldId="264"/>
            <ac:picMk id="11" creationId="{E70E8938-816E-96D5-3D90-4A9A5E8C0172}"/>
          </ac:picMkLst>
        </pc:picChg>
        <pc:picChg chg="add mod">
          <ac:chgData name="Renan Xavier Cortes" userId="d6af805853004405" providerId="LiveId" clId="{A4277EE5-2EF4-4747-BBA1-CA392BC5D677}" dt="2026-01-27T20:15:26.534" v="748"/>
          <ac:picMkLst>
            <pc:docMk/>
            <pc:sldMk cId="3461455159" sldId="264"/>
            <ac:picMk id="12" creationId="{0B47C1E1-03D9-ED60-4E23-13F4EA0FB231}"/>
          </ac:picMkLst>
        </pc:picChg>
        <pc:picChg chg="add mod">
          <ac:chgData name="Renan Xavier Cortes" userId="d6af805853004405" providerId="LiveId" clId="{A4277EE5-2EF4-4747-BBA1-CA392BC5D677}" dt="2026-01-27T20:15:26.534" v="748"/>
          <ac:picMkLst>
            <pc:docMk/>
            <pc:sldMk cId="3461455159" sldId="264"/>
            <ac:picMk id="13" creationId="{49A2C581-1E65-C7D6-94C3-75286C7A39CD}"/>
          </ac:picMkLst>
        </pc:picChg>
        <pc:picChg chg="add mod">
          <ac:chgData name="Renan Xavier Cortes" userId="d6af805853004405" providerId="LiveId" clId="{A4277EE5-2EF4-4747-BBA1-CA392BC5D677}" dt="2026-01-27T20:15:26.534" v="748"/>
          <ac:picMkLst>
            <pc:docMk/>
            <pc:sldMk cId="3461455159" sldId="264"/>
            <ac:picMk id="15" creationId="{4DCEA58F-B876-5015-1187-521DA70C8835}"/>
          </ac:picMkLst>
        </pc:picChg>
        <pc:cxnChg chg="add mod">
          <ac:chgData name="Renan Xavier Cortes" userId="d6af805853004405" providerId="LiveId" clId="{A4277EE5-2EF4-4747-BBA1-CA392BC5D677}" dt="2026-01-27T20:16:33.532" v="764" actId="692"/>
          <ac:cxnSpMkLst>
            <pc:docMk/>
            <pc:sldMk cId="3461455159" sldId="264"/>
            <ac:cxnSpMk id="17" creationId="{E7106CB5-7F89-F4D2-44B0-0E81A2C67196}"/>
          </ac:cxnSpMkLst>
        </pc:cxnChg>
        <pc:cxnChg chg="add mod">
          <ac:chgData name="Renan Xavier Cortes" userId="d6af805853004405" providerId="LiveId" clId="{A4277EE5-2EF4-4747-BBA1-CA392BC5D677}" dt="2026-01-27T20:16:41.923" v="767" actId="14100"/>
          <ac:cxnSpMkLst>
            <pc:docMk/>
            <pc:sldMk cId="3461455159" sldId="264"/>
            <ac:cxnSpMk id="19" creationId="{F071B6CF-B542-8813-12E5-A73F8810C3DC}"/>
          </ac:cxnSpMkLst>
        </pc:cxnChg>
        <pc:cxnChg chg="add mod">
          <ac:chgData name="Renan Xavier Cortes" userId="d6af805853004405" providerId="LiveId" clId="{A4277EE5-2EF4-4747-BBA1-CA392BC5D677}" dt="2026-01-27T20:16:50.167" v="770" actId="14100"/>
          <ac:cxnSpMkLst>
            <pc:docMk/>
            <pc:sldMk cId="3461455159" sldId="264"/>
            <ac:cxnSpMk id="21" creationId="{005A54FA-7973-EE1A-E4E0-3ECC838842B5}"/>
          </ac:cxnSpMkLst>
        </pc:cxnChg>
      </pc:sldChg>
      <pc:sldChg chg="addSp modSp add mod ord">
        <pc:chgData name="Renan Xavier Cortes" userId="d6af805853004405" providerId="LiveId" clId="{A4277EE5-2EF4-4747-BBA1-CA392BC5D677}" dt="2026-01-27T20:08:23.006" v="745" actId="1076"/>
        <pc:sldMkLst>
          <pc:docMk/>
          <pc:sldMk cId="642666008" sldId="265"/>
        </pc:sldMkLst>
        <pc:picChg chg="mod">
          <ac:chgData name="Renan Xavier Cortes" userId="d6af805853004405" providerId="LiveId" clId="{A4277EE5-2EF4-4747-BBA1-CA392BC5D677}" dt="2026-01-27T20:05:00.518" v="715" actId="1076"/>
          <ac:picMkLst>
            <pc:docMk/>
            <pc:sldMk cId="642666008" sldId="265"/>
            <ac:picMk id="9" creationId="{DB0C3A4B-E646-9755-88FC-E2E771B3C631}"/>
          </ac:picMkLst>
        </pc:picChg>
        <pc:picChg chg="add mod">
          <ac:chgData name="Renan Xavier Cortes" userId="d6af805853004405" providerId="LiveId" clId="{A4277EE5-2EF4-4747-BBA1-CA392BC5D677}" dt="2026-01-27T20:08:23.006" v="745" actId="1076"/>
          <ac:picMkLst>
            <pc:docMk/>
            <pc:sldMk cId="642666008" sldId="265"/>
            <ac:picMk id="2050" creationId="{A76A00DB-272A-A4A1-FFDF-8E789AAEC8A9}"/>
          </ac:picMkLst>
        </pc:picChg>
        <pc:picChg chg="add mod">
          <ac:chgData name="Renan Xavier Cortes" userId="d6af805853004405" providerId="LiveId" clId="{A4277EE5-2EF4-4747-BBA1-CA392BC5D677}" dt="2026-01-27T20:08:18.263" v="741" actId="1076"/>
          <ac:picMkLst>
            <pc:docMk/>
            <pc:sldMk cId="642666008" sldId="265"/>
            <ac:picMk id="2052" creationId="{5BE793D9-65ED-0915-373B-768C5008C1E4}"/>
          </ac:picMkLst>
        </pc:picChg>
        <pc:picChg chg="add mod">
          <ac:chgData name="Renan Xavier Cortes" userId="d6af805853004405" providerId="LiveId" clId="{A4277EE5-2EF4-4747-BBA1-CA392BC5D677}" dt="2026-01-27T20:08:19.094" v="742" actId="1076"/>
          <ac:picMkLst>
            <pc:docMk/>
            <pc:sldMk cId="642666008" sldId="265"/>
            <ac:picMk id="2054" creationId="{89BCE7AE-79CC-B98A-709D-6994CB4CB0A9}"/>
          </ac:picMkLst>
        </pc:picChg>
      </pc:sldChg>
      <pc:sldChg chg="addSp delSp modSp add mod">
        <pc:chgData name="Renan Xavier Cortes" userId="d6af805853004405" providerId="LiveId" clId="{A4277EE5-2EF4-4747-BBA1-CA392BC5D677}" dt="2026-01-27T20:17:59.735" v="782" actId="1076"/>
        <pc:sldMkLst>
          <pc:docMk/>
          <pc:sldMk cId="1505505064" sldId="266"/>
        </pc:sldMkLst>
        <pc:picChg chg="add mod">
          <ac:chgData name="Renan Xavier Cortes" userId="d6af805853004405" providerId="LiveId" clId="{A4277EE5-2EF4-4747-BBA1-CA392BC5D677}" dt="2026-01-27T20:17:47.922" v="779" actId="1076"/>
          <ac:picMkLst>
            <pc:docMk/>
            <pc:sldMk cId="1505505064" sldId="266"/>
            <ac:picMk id="6" creationId="{C5548243-DC20-19F6-0CF6-F0423F5A8455}"/>
          </ac:picMkLst>
        </pc:picChg>
        <pc:picChg chg="del">
          <ac:chgData name="Renan Xavier Cortes" userId="d6af805853004405" providerId="LiveId" clId="{A4277EE5-2EF4-4747-BBA1-CA392BC5D677}" dt="2026-01-27T20:17:23.387" v="771" actId="478"/>
          <ac:picMkLst>
            <pc:docMk/>
            <pc:sldMk cId="1505505064" sldId="266"/>
            <ac:picMk id="9" creationId="{DB0C3A4B-E646-9755-88FC-E2E771B3C631}"/>
          </ac:picMkLst>
        </pc:picChg>
        <pc:picChg chg="add mod">
          <ac:chgData name="Renan Xavier Cortes" userId="d6af805853004405" providerId="LiveId" clId="{A4277EE5-2EF4-4747-BBA1-CA392BC5D677}" dt="2026-01-27T20:17:59.735" v="782" actId="1076"/>
          <ac:picMkLst>
            <pc:docMk/>
            <pc:sldMk cId="1505505064" sldId="266"/>
            <ac:picMk id="10" creationId="{F35CA17B-F311-5078-6080-8240A044989A}"/>
          </ac:picMkLst>
        </pc:picChg>
      </pc:sldChg>
      <pc:sldChg chg="add">
        <pc:chgData name="Renan Xavier Cortes" userId="d6af805853004405" providerId="LiveId" clId="{A4277EE5-2EF4-4747-BBA1-CA392BC5D677}" dt="2026-01-27T20:17:27.281" v="772"/>
        <pc:sldMkLst>
          <pc:docMk/>
          <pc:sldMk cId="3317163073" sldId="267"/>
        </pc:sldMkLst>
      </pc:sldChg>
      <pc:sldChg chg="add">
        <pc:chgData name="Renan Xavier Cortes" userId="d6af805853004405" providerId="LiveId" clId="{A4277EE5-2EF4-4747-BBA1-CA392BC5D677}" dt="2026-01-27T20:17:27.434" v="773"/>
        <pc:sldMkLst>
          <pc:docMk/>
          <pc:sldMk cId="2980355205" sldId="268"/>
        </pc:sldMkLst>
      </pc:sldChg>
      <pc:sldChg chg="add">
        <pc:chgData name="Renan Xavier Cortes" userId="d6af805853004405" providerId="LiveId" clId="{A4277EE5-2EF4-4747-BBA1-CA392BC5D677}" dt="2026-01-27T20:17:27.590" v="774"/>
        <pc:sldMkLst>
          <pc:docMk/>
          <pc:sldMk cId="2071912024" sldId="269"/>
        </pc:sldMkLst>
      </pc:sldChg>
      <pc:sldChg chg="add">
        <pc:chgData name="Renan Xavier Cortes" userId="d6af805853004405" providerId="LiveId" clId="{A4277EE5-2EF4-4747-BBA1-CA392BC5D677}" dt="2026-01-27T20:17:27.751" v="775"/>
        <pc:sldMkLst>
          <pc:docMk/>
          <pc:sldMk cId="3116196247" sldId="270"/>
        </pc:sldMkLst>
      </pc:sldChg>
    </pc:docChg>
  </pc:docChgLst>
  <pc:docChgLst>
    <pc:chgData name="Renan Xavier Cortes" userId="d6af805853004405" providerId="LiveId" clId="{0BA8E8E9-B125-48E7-99E5-FF2AE049C70B}"/>
    <pc:docChg chg="undo custSel addSld delSld modSld sldOrd">
      <pc:chgData name="Renan Xavier Cortes" userId="d6af805853004405" providerId="LiveId" clId="{0BA8E8E9-B125-48E7-99E5-FF2AE049C70B}" dt="2026-01-30T19:14:24.953" v="1119" actId="14100"/>
      <pc:docMkLst>
        <pc:docMk/>
      </pc:docMkLst>
      <pc:sldChg chg="modSp mod ord">
        <pc:chgData name="Renan Xavier Cortes" userId="d6af805853004405" providerId="LiveId" clId="{0BA8E8E9-B125-48E7-99E5-FF2AE049C70B}" dt="2026-01-30T16:13:20.153" v="185"/>
        <pc:sldMkLst>
          <pc:docMk/>
          <pc:sldMk cId="2921823341" sldId="260"/>
        </pc:sldMkLst>
        <pc:spChg chg="mod">
          <ac:chgData name="Renan Xavier Cortes" userId="d6af805853004405" providerId="LiveId" clId="{0BA8E8E9-B125-48E7-99E5-FF2AE049C70B}" dt="2026-01-30T16:12:35.170" v="183" actId="20577"/>
          <ac:spMkLst>
            <pc:docMk/>
            <pc:sldMk cId="2921823341" sldId="260"/>
            <ac:spMk id="14" creationId="{427DBFEB-81BF-4CC3-A411-FBF43D295C56}"/>
          </ac:spMkLst>
        </pc:spChg>
        <pc:picChg chg="mod">
          <ac:chgData name="Renan Xavier Cortes" userId="d6af805853004405" providerId="LiveId" clId="{0BA8E8E9-B125-48E7-99E5-FF2AE049C70B}" dt="2026-01-30T16:12:22.967" v="181" actId="1076"/>
          <ac:picMkLst>
            <pc:docMk/>
            <pc:sldMk cId="2921823341" sldId="260"/>
            <ac:picMk id="4" creationId="{2ECD04C3-CFAF-0324-68EB-D5C3DA0DE51F}"/>
          </ac:picMkLst>
        </pc:picChg>
      </pc:sldChg>
      <pc:sldChg chg="addSp delSp modSp mod">
        <pc:chgData name="Renan Xavier Cortes" userId="d6af805853004405" providerId="LiveId" clId="{0BA8E8E9-B125-48E7-99E5-FF2AE049C70B}" dt="2026-01-30T16:16:24.008" v="193" actId="478"/>
        <pc:sldMkLst>
          <pc:docMk/>
          <pc:sldMk cId="642666008" sldId="265"/>
        </pc:sldMkLst>
        <pc:picChg chg="add del mod">
          <ac:chgData name="Renan Xavier Cortes" userId="d6af805853004405" providerId="LiveId" clId="{0BA8E8E9-B125-48E7-99E5-FF2AE049C70B}" dt="2026-01-30T16:16:23.654" v="192" actId="22"/>
          <ac:picMkLst>
            <pc:docMk/>
            <pc:sldMk cId="642666008" sldId="265"/>
            <ac:picMk id="6" creationId="{68492A43-247D-7C83-1CCD-DD56ADA42190}"/>
          </ac:picMkLst>
        </pc:picChg>
        <pc:picChg chg="add del">
          <ac:chgData name="Renan Xavier Cortes" userId="d6af805853004405" providerId="LiveId" clId="{0BA8E8E9-B125-48E7-99E5-FF2AE049C70B}" dt="2026-01-30T16:16:24.008" v="193" actId="478"/>
          <ac:picMkLst>
            <pc:docMk/>
            <pc:sldMk cId="642666008" sldId="265"/>
            <ac:picMk id="9" creationId="{DB0C3A4B-E646-9755-88FC-E2E771B3C631}"/>
          </ac:picMkLst>
        </pc:picChg>
      </pc:sldChg>
      <pc:sldChg chg="addSp modSp mod">
        <pc:chgData name="Renan Xavier Cortes" userId="d6af805853004405" providerId="LiveId" clId="{0BA8E8E9-B125-48E7-99E5-FF2AE049C70B}" dt="2026-01-30T16:29:44.402" v="214" actId="1076"/>
        <pc:sldMkLst>
          <pc:docMk/>
          <pc:sldMk cId="3317163073" sldId="267"/>
        </pc:sldMkLst>
        <pc:picChg chg="add mod">
          <ac:chgData name="Renan Xavier Cortes" userId="d6af805853004405" providerId="LiveId" clId="{0BA8E8E9-B125-48E7-99E5-FF2AE049C70B}" dt="2026-01-30T16:29:44.402" v="214" actId="1076"/>
          <ac:picMkLst>
            <pc:docMk/>
            <pc:sldMk cId="3317163073" sldId="267"/>
            <ac:picMk id="6" creationId="{EF0E9E02-B6BD-7150-1857-726D91D6A221}"/>
          </ac:picMkLst>
        </pc:picChg>
      </pc:sldChg>
      <pc:sldChg chg="addSp delSp modSp mod">
        <pc:chgData name="Renan Xavier Cortes" userId="d6af805853004405" providerId="LiveId" clId="{0BA8E8E9-B125-48E7-99E5-FF2AE049C70B}" dt="2026-01-30T16:32:59.773" v="246" actId="14100"/>
        <pc:sldMkLst>
          <pc:docMk/>
          <pc:sldMk cId="2980355205" sldId="268"/>
        </pc:sldMkLst>
        <pc:picChg chg="add mod">
          <ac:chgData name="Renan Xavier Cortes" userId="d6af805853004405" providerId="LiveId" clId="{0BA8E8E9-B125-48E7-99E5-FF2AE049C70B}" dt="2026-01-30T16:31:24.081" v="220" actId="1076"/>
          <ac:picMkLst>
            <pc:docMk/>
            <pc:sldMk cId="2980355205" sldId="268"/>
            <ac:picMk id="6" creationId="{C690F61B-5402-166B-8F74-D9367B042B4D}"/>
          </ac:picMkLst>
        </pc:picChg>
        <pc:picChg chg="add mod">
          <ac:chgData name="Renan Xavier Cortes" userId="d6af805853004405" providerId="LiveId" clId="{0BA8E8E9-B125-48E7-99E5-FF2AE049C70B}" dt="2026-01-30T16:32:33.909" v="236" actId="1076"/>
          <ac:picMkLst>
            <pc:docMk/>
            <pc:sldMk cId="2980355205" sldId="268"/>
            <ac:picMk id="9" creationId="{8FD909AA-C2A9-23D4-E024-5E3A34868A1A}"/>
          </ac:picMkLst>
        </pc:picChg>
        <pc:picChg chg="add mod">
          <ac:chgData name="Renan Xavier Cortes" userId="d6af805853004405" providerId="LiveId" clId="{0BA8E8E9-B125-48E7-99E5-FF2AE049C70B}" dt="2026-01-30T16:32:17.021" v="230" actId="1076"/>
          <ac:picMkLst>
            <pc:docMk/>
            <pc:sldMk cId="2980355205" sldId="268"/>
            <ac:picMk id="11" creationId="{4AF7500E-0FD6-9D18-E265-F8976B0BE761}"/>
          </ac:picMkLst>
        </pc:picChg>
        <pc:picChg chg="add mod">
          <ac:chgData name="Renan Xavier Cortes" userId="d6af805853004405" providerId="LiveId" clId="{0BA8E8E9-B125-48E7-99E5-FF2AE049C70B}" dt="2026-01-30T16:32:34.945" v="237" actId="1076"/>
          <ac:picMkLst>
            <pc:docMk/>
            <pc:sldMk cId="2980355205" sldId="268"/>
            <ac:picMk id="12" creationId="{6D6A8C76-15A1-24C1-032F-00139C420C3E}"/>
          </ac:picMkLst>
        </pc:picChg>
        <pc:picChg chg="add mod">
          <ac:chgData name="Renan Xavier Cortes" userId="d6af805853004405" providerId="LiveId" clId="{0BA8E8E9-B125-48E7-99E5-FF2AE049C70B}" dt="2026-01-30T16:32:29.494" v="234" actId="1076"/>
          <ac:picMkLst>
            <pc:docMk/>
            <pc:sldMk cId="2980355205" sldId="268"/>
            <ac:picMk id="13" creationId="{9A57801E-AA5A-2D69-C84B-123ADCF4A192}"/>
          </ac:picMkLst>
        </pc:picChg>
        <pc:picChg chg="add mod">
          <ac:chgData name="Renan Xavier Cortes" userId="d6af805853004405" providerId="LiveId" clId="{0BA8E8E9-B125-48E7-99E5-FF2AE049C70B}" dt="2026-01-30T16:32:32.573" v="235" actId="1076"/>
          <ac:picMkLst>
            <pc:docMk/>
            <pc:sldMk cId="2980355205" sldId="268"/>
            <ac:picMk id="14" creationId="{32897309-F13B-17A8-BBF3-7E0D76BAB211}"/>
          </ac:picMkLst>
        </pc:picChg>
        <pc:picChg chg="add del mod">
          <ac:chgData name="Renan Xavier Cortes" userId="d6af805853004405" providerId="LiveId" clId="{0BA8E8E9-B125-48E7-99E5-FF2AE049C70B}" dt="2026-01-30T16:32:44.325" v="238" actId="478"/>
          <ac:picMkLst>
            <pc:docMk/>
            <pc:sldMk cId="2980355205" sldId="268"/>
            <ac:picMk id="15" creationId="{A9987FCE-878D-E53C-3061-41B82767DE17}"/>
          </ac:picMkLst>
        </pc:picChg>
        <pc:picChg chg="add mod">
          <ac:chgData name="Renan Xavier Cortes" userId="d6af805853004405" providerId="LiveId" clId="{0BA8E8E9-B125-48E7-99E5-FF2AE049C70B}" dt="2026-01-30T16:32:59.773" v="246" actId="14100"/>
          <ac:picMkLst>
            <pc:docMk/>
            <pc:sldMk cId="2980355205" sldId="268"/>
            <ac:picMk id="17" creationId="{1D30F2AF-B4A0-4FE8-B6C9-CB62A15F2EB9}"/>
          </ac:picMkLst>
        </pc:picChg>
      </pc:sldChg>
      <pc:sldChg chg="addSp delSp modSp mod">
        <pc:chgData name="Renan Xavier Cortes" userId="d6af805853004405" providerId="LiveId" clId="{0BA8E8E9-B125-48E7-99E5-FF2AE049C70B}" dt="2026-01-30T17:12:11.989" v="477" actId="478"/>
        <pc:sldMkLst>
          <pc:docMk/>
          <pc:sldMk cId="2071912024" sldId="269"/>
        </pc:sldMkLst>
        <pc:spChg chg="del">
          <ac:chgData name="Renan Xavier Cortes" userId="d6af805853004405" providerId="LiveId" clId="{0BA8E8E9-B125-48E7-99E5-FF2AE049C70B}" dt="2026-01-30T17:12:11.989" v="477" actId="478"/>
          <ac:spMkLst>
            <pc:docMk/>
            <pc:sldMk cId="2071912024" sldId="269"/>
            <ac:spMk id="5" creationId="{462A550A-2F15-4636-BB02-A7AFDEC69830}"/>
          </ac:spMkLst>
        </pc:spChg>
        <pc:spChg chg="add mod">
          <ac:chgData name="Renan Xavier Cortes" userId="d6af805853004405" providerId="LiveId" clId="{0BA8E8E9-B125-48E7-99E5-FF2AE049C70B}" dt="2026-01-30T17:08:50.709" v="453" actId="1076"/>
          <ac:spMkLst>
            <pc:docMk/>
            <pc:sldMk cId="2071912024" sldId="269"/>
            <ac:spMk id="9" creationId="{57C113A8-EF71-5036-170D-0E7E18638AC8}"/>
          </ac:spMkLst>
        </pc:spChg>
        <pc:picChg chg="add mod">
          <ac:chgData name="Renan Xavier Cortes" userId="d6af805853004405" providerId="LiveId" clId="{0BA8E8E9-B125-48E7-99E5-FF2AE049C70B}" dt="2026-01-30T17:06:54.607" v="422" actId="1076"/>
          <ac:picMkLst>
            <pc:docMk/>
            <pc:sldMk cId="2071912024" sldId="269"/>
            <ac:picMk id="6" creationId="{1AE3E721-51B2-F118-C887-EA3336A7AE81}"/>
          </ac:picMkLst>
        </pc:picChg>
        <pc:picChg chg="add mod">
          <ac:chgData name="Renan Xavier Cortes" userId="d6af805853004405" providerId="LiveId" clId="{0BA8E8E9-B125-48E7-99E5-FF2AE049C70B}" dt="2026-01-30T17:09:24.970" v="456" actId="1076"/>
          <ac:picMkLst>
            <pc:docMk/>
            <pc:sldMk cId="2071912024" sldId="269"/>
            <ac:picMk id="11" creationId="{3644FA0E-EA0B-5AC4-AD2B-7AE6604109AD}"/>
          </ac:picMkLst>
        </pc:picChg>
        <pc:picChg chg="add del mod">
          <ac:chgData name="Renan Xavier Cortes" userId="d6af805853004405" providerId="LiveId" clId="{0BA8E8E9-B125-48E7-99E5-FF2AE049C70B}" dt="2026-01-30T17:09:21.890" v="454" actId="478"/>
          <ac:picMkLst>
            <pc:docMk/>
            <pc:sldMk cId="2071912024" sldId="269"/>
            <ac:picMk id="2050" creationId="{8B192F15-6390-951F-9818-C148DD9D857C}"/>
          </ac:picMkLst>
        </pc:picChg>
        <pc:picChg chg="add mod">
          <ac:chgData name="Renan Xavier Cortes" userId="d6af805853004405" providerId="LiveId" clId="{0BA8E8E9-B125-48E7-99E5-FF2AE049C70B}" dt="2026-01-30T17:08:46.191" v="452" actId="1076"/>
          <ac:picMkLst>
            <pc:docMk/>
            <pc:sldMk cId="2071912024" sldId="269"/>
            <ac:picMk id="2052" creationId="{90CE715F-E9E1-CDCE-F8A8-081824114623}"/>
          </ac:picMkLst>
        </pc:picChg>
      </pc:sldChg>
      <pc:sldChg chg="addSp modSp mod">
        <pc:chgData name="Renan Xavier Cortes" userId="d6af805853004405" providerId="LiveId" clId="{0BA8E8E9-B125-48E7-99E5-FF2AE049C70B}" dt="2026-01-30T17:12:04.051" v="476" actId="1076"/>
        <pc:sldMkLst>
          <pc:docMk/>
          <pc:sldMk cId="3116196247" sldId="270"/>
        </pc:sldMkLst>
        <pc:spChg chg="mod">
          <ac:chgData name="Renan Xavier Cortes" userId="d6af805853004405" providerId="LiveId" clId="{0BA8E8E9-B125-48E7-99E5-FF2AE049C70B}" dt="2026-01-30T17:11:45.949" v="473" actId="20577"/>
          <ac:spMkLst>
            <pc:docMk/>
            <pc:sldMk cId="3116196247" sldId="270"/>
            <ac:spMk id="8" creationId="{39AE06C5-34BE-4D68-97C3-4C07702C2DF6}"/>
          </ac:spMkLst>
        </pc:spChg>
        <pc:picChg chg="add mod">
          <ac:chgData name="Renan Xavier Cortes" userId="d6af805853004405" providerId="LiveId" clId="{0BA8E8E9-B125-48E7-99E5-FF2AE049C70B}" dt="2026-01-30T17:12:04.051" v="476" actId="1076"/>
          <ac:picMkLst>
            <pc:docMk/>
            <pc:sldMk cId="3116196247" sldId="270"/>
            <ac:picMk id="6" creationId="{B7D557E0-DD50-7ABD-B2DD-767702F2EEEB}"/>
          </ac:picMkLst>
        </pc:picChg>
      </pc:sldChg>
      <pc:sldChg chg="add del">
        <pc:chgData name="Renan Xavier Cortes" userId="d6af805853004405" providerId="LiveId" clId="{0BA8E8E9-B125-48E7-99E5-FF2AE049C70B}" dt="2026-01-30T16:15:26.707" v="186" actId="47"/>
        <pc:sldMkLst>
          <pc:docMk/>
          <pc:sldMk cId="2702309727" sldId="271"/>
        </pc:sldMkLst>
      </pc:sldChg>
      <pc:sldChg chg="add del">
        <pc:chgData name="Renan Xavier Cortes" userId="d6af805853004405" providerId="LiveId" clId="{0BA8E8E9-B125-48E7-99E5-FF2AE049C70B}" dt="2026-01-30T16:15:27.787" v="187" actId="47"/>
        <pc:sldMkLst>
          <pc:docMk/>
          <pc:sldMk cId="4157490669" sldId="272"/>
        </pc:sldMkLst>
      </pc:sldChg>
      <pc:sldChg chg="addSp delSp modSp add mod">
        <pc:chgData name="Renan Xavier Cortes" userId="d6af805853004405" providerId="LiveId" clId="{0BA8E8E9-B125-48E7-99E5-FF2AE049C70B}" dt="2026-01-30T17:05:05.883" v="419" actId="478"/>
        <pc:sldMkLst>
          <pc:docMk/>
          <pc:sldMk cId="190931514" sldId="273"/>
        </pc:sldMkLst>
        <pc:spChg chg="add del mod">
          <ac:chgData name="Renan Xavier Cortes" userId="d6af805853004405" providerId="LiveId" clId="{0BA8E8E9-B125-48E7-99E5-FF2AE049C70B}" dt="2026-01-30T16:16:54.825" v="194" actId="478"/>
          <ac:spMkLst>
            <pc:docMk/>
            <pc:sldMk cId="190931514" sldId="273"/>
            <ac:spMk id="11" creationId="{77C61046-CA0C-2947-3F3E-1FC1B1E89AC1}"/>
          </ac:spMkLst>
        </pc:spChg>
        <pc:spChg chg="add del mod">
          <ac:chgData name="Renan Xavier Cortes" userId="d6af805853004405" providerId="LiveId" clId="{0BA8E8E9-B125-48E7-99E5-FF2AE049C70B}" dt="2026-01-30T17:05:05.883" v="419" actId="478"/>
          <ac:spMkLst>
            <pc:docMk/>
            <pc:sldMk cId="190931514" sldId="273"/>
            <ac:spMk id="12" creationId="{77181EC1-15C1-D692-FCE9-E3FD785F3E40}"/>
          </ac:spMkLst>
        </pc:spChg>
        <pc:picChg chg="del">
          <ac:chgData name="Renan Xavier Cortes" userId="d6af805853004405" providerId="LiveId" clId="{0BA8E8E9-B125-48E7-99E5-FF2AE049C70B}" dt="2026-01-30T16:05:45.809" v="3" actId="478"/>
          <ac:picMkLst>
            <pc:docMk/>
            <pc:sldMk cId="190931514" sldId="273"/>
            <ac:picMk id="6" creationId="{C5548243-DC20-19F6-0CF6-F0423F5A8455}"/>
          </ac:picMkLst>
        </pc:picChg>
        <pc:picChg chg="add mod">
          <ac:chgData name="Renan Xavier Cortes" userId="d6af805853004405" providerId="LiveId" clId="{0BA8E8E9-B125-48E7-99E5-FF2AE049C70B}" dt="2026-01-30T16:47:52.954" v="251" actId="1076"/>
          <ac:picMkLst>
            <pc:docMk/>
            <pc:sldMk cId="190931514" sldId="273"/>
            <ac:picMk id="9" creationId="{D65804F4-7E1B-527B-F7BA-2C17944187BB}"/>
          </ac:picMkLst>
        </pc:picChg>
        <pc:picChg chg="del">
          <ac:chgData name="Renan Xavier Cortes" userId="d6af805853004405" providerId="LiveId" clId="{0BA8E8E9-B125-48E7-99E5-FF2AE049C70B}" dt="2026-01-30T16:05:48.387" v="5" actId="478"/>
          <ac:picMkLst>
            <pc:docMk/>
            <pc:sldMk cId="190931514" sldId="273"/>
            <ac:picMk id="10" creationId="{F35CA17B-F311-5078-6080-8240A044989A}"/>
          </ac:picMkLst>
        </pc:picChg>
      </pc:sldChg>
      <pc:sldChg chg="addSp delSp modSp add del mod">
        <pc:chgData name="Renan Xavier Cortes" userId="d6af805853004405" providerId="LiveId" clId="{0BA8E8E9-B125-48E7-99E5-FF2AE049C70B}" dt="2026-01-30T17:05:44.696" v="420" actId="2696"/>
        <pc:sldMkLst>
          <pc:docMk/>
          <pc:sldMk cId="632016505" sldId="274"/>
        </pc:sldMkLst>
        <pc:spChg chg="del">
          <ac:chgData name="Renan Xavier Cortes" userId="d6af805853004405" providerId="LiveId" clId="{0BA8E8E9-B125-48E7-99E5-FF2AE049C70B}" dt="2026-01-30T16:55:52.336" v="365" actId="478"/>
          <ac:spMkLst>
            <pc:docMk/>
            <pc:sldMk cId="632016505" sldId="274"/>
            <ac:spMk id="5" creationId="{462A550A-2F15-4636-BB02-A7AFDEC69830}"/>
          </ac:spMkLst>
        </pc:spChg>
        <pc:spChg chg="add mod">
          <ac:chgData name="Renan Xavier Cortes" userId="d6af805853004405" providerId="LiveId" clId="{0BA8E8E9-B125-48E7-99E5-FF2AE049C70B}" dt="2026-01-30T16:58:59.876" v="388" actId="113"/>
          <ac:spMkLst>
            <pc:docMk/>
            <pc:sldMk cId="632016505" sldId="274"/>
            <ac:spMk id="20" creationId="{913C3DE4-3A8A-D531-2A5A-A597181D4470}"/>
          </ac:spMkLst>
        </pc:spChg>
        <pc:picChg chg="add del mod">
          <ac:chgData name="Renan Xavier Cortes" userId="d6af805853004405" providerId="LiveId" clId="{0BA8E8E9-B125-48E7-99E5-FF2AE049C70B}" dt="2026-01-30T16:17:59.756" v="201" actId="478"/>
          <ac:picMkLst>
            <pc:docMk/>
            <pc:sldMk cId="632016505" sldId="274"/>
            <ac:picMk id="6" creationId="{F82BAD93-E104-896A-7F6B-6A038341FC43}"/>
          </ac:picMkLst>
        </pc:picChg>
        <pc:picChg chg="del">
          <ac:chgData name="Renan Xavier Cortes" userId="d6af805853004405" providerId="LiveId" clId="{0BA8E8E9-B125-48E7-99E5-FF2AE049C70B}" dt="2026-01-30T16:17:45.145" v="198" actId="478"/>
          <ac:picMkLst>
            <pc:docMk/>
            <pc:sldMk cId="632016505" sldId="274"/>
            <ac:picMk id="9" creationId="{D65804F4-7E1B-527B-F7BA-2C17944187BB}"/>
          </ac:picMkLst>
        </pc:picChg>
        <pc:picChg chg="add del mod">
          <ac:chgData name="Renan Xavier Cortes" userId="d6af805853004405" providerId="LiveId" clId="{0BA8E8E9-B125-48E7-99E5-FF2AE049C70B}" dt="2026-01-30T16:53:18.550" v="334" actId="478"/>
          <ac:picMkLst>
            <pc:docMk/>
            <pc:sldMk cId="632016505" sldId="274"/>
            <ac:picMk id="11" creationId="{30190196-2E02-7A18-546D-54A86AB989FF}"/>
          </ac:picMkLst>
        </pc:picChg>
        <pc:picChg chg="add del mod">
          <ac:chgData name="Renan Xavier Cortes" userId="d6af805853004405" providerId="LiveId" clId="{0BA8E8E9-B125-48E7-99E5-FF2AE049C70B}" dt="2026-01-30T16:58:07.145" v="367" actId="478"/>
          <ac:picMkLst>
            <pc:docMk/>
            <pc:sldMk cId="632016505" sldId="274"/>
            <ac:picMk id="13" creationId="{83F76802-8F09-D56A-4BCF-66C66AED9E87}"/>
          </ac:picMkLst>
        </pc:picChg>
        <pc:picChg chg="add del">
          <ac:chgData name="Renan Xavier Cortes" userId="d6af805853004405" providerId="LiveId" clId="{0BA8E8E9-B125-48E7-99E5-FF2AE049C70B}" dt="2026-01-30T16:58:19.017" v="369" actId="478"/>
          <ac:picMkLst>
            <pc:docMk/>
            <pc:sldMk cId="632016505" sldId="274"/>
            <ac:picMk id="15" creationId="{6F8A1F0E-1035-C5CF-DEE8-A294DA659A9F}"/>
          </ac:picMkLst>
        </pc:picChg>
        <pc:picChg chg="add mod ord">
          <ac:chgData name="Renan Xavier Cortes" userId="d6af805853004405" providerId="LiveId" clId="{0BA8E8E9-B125-48E7-99E5-FF2AE049C70B}" dt="2026-01-30T16:58:26.400" v="373" actId="1076"/>
          <ac:picMkLst>
            <pc:docMk/>
            <pc:sldMk cId="632016505" sldId="274"/>
            <ac:picMk id="17" creationId="{308FE184-6C56-9D42-773F-1DCFFC275A6F}"/>
          </ac:picMkLst>
        </pc:picChg>
        <pc:picChg chg="add mod">
          <ac:chgData name="Renan Xavier Cortes" userId="d6af805853004405" providerId="LiveId" clId="{0BA8E8E9-B125-48E7-99E5-FF2AE049C70B}" dt="2026-01-30T17:00:02.448" v="396" actId="1076"/>
          <ac:picMkLst>
            <pc:docMk/>
            <pc:sldMk cId="632016505" sldId="274"/>
            <ac:picMk id="19" creationId="{45914F84-2AFC-E06E-B865-F58B01121252}"/>
          </ac:picMkLst>
        </pc:picChg>
        <pc:picChg chg="add del mod">
          <ac:chgData name="Renan Xavier Cortes" userId="d6af805853004405" providerId="LiveId" clId="{0BA8E8E9-B125-48E7-99E5-FF2AE049C70B}" dt="2026-01-30T16:55:39.537" v="359" actId="478"/>
          <ac:picMkLst>
            <pc:docMk/>
            <pc:sldMk cId="632016505" sldId="274"/>
            <ac:picMk id="1026" creationId="{D047208C-027B-6CF8-5E22-3DB8E22942E8}"/>
          </ac:picMkLst>
        </pc:picChg>
        <pc:picChg chg="add del">
          <ac:chgData name="Renan Xavier Cortes" userId="d6af805853004405" providerId="LiveId" clId="{0BA8E8E9-B125-48E7-99E5-FF2AE049C70B}" dt="2026-01-30T16:54:10.129" v="344" actId="478"/>
          <ac:picMkLst>
            <pc:docMk/>
            <pc:sldMk cId="632016505" sldId="274"/>
            <ac:picMk id="1028" creationId="{8C06EE33-C25A-1FBA-EE95-6B9198A6B3EC}"/>
          </ac:picMkLst>
        </pc:picChg>
        <pc:picChg chg="add mod">
          <ac:chgData name="Renan Xavier Cortes" userId="d6af805853004405" providerId="LiveId" clId="{0BA8E8E9-B125-48E7-99E5-FF2AE049C70B}" dt="2026-01-30T16:55:01.948" v="357" actId="1076"/>
          <ac:picMkLst>
            <pc:docMk/>
            <pc:sldMk cId="632016505" sldId="274"/>
            <ac:picMk id="1030" creationId="{57ADB0D6-6A3D-AE20-35AD-B2ABE754270C}"/>
          </ac:picMkLst>
        </pc:picChg>
        <pc:picChg chg="add mod">
          <ac:chgData name="Renan Xavier Cortes" userId="d6af805853004405" providerId="LiveId" clId="{0BA8E8E9-B125-48E7-99E5-FF2AE049C70B}" dt="2026-01-30T16:55:00.808" v="356" actId="14100"/>
          <ac:picMkLst>
            <pc:docMk/>
            <pc:sldMk cId="632016505" sldId="274"/>
            <ac:picMk id="1032" creationId="{E98D23B3-90C5-4022-D3CB-160722E788F2}"/>
          </ac:picMkLst>
        </pc:picChg>
        <pc:picChg chg="add mod">
          <ac:chgData name="Renan Xavier Cortes" userId="d6af805853004405" providerId="LiveId" clId="{0BA8E8E9-B125-48E7-99E5-FF2AE049C70B}" dt="2026-01-30T16:55:47.506" v="364" actId="1076"/>
          <ac:picMkLst>
            <pc:docMk/>
            <pc:sldMk cId="632016505" sldId="274"/>
            <ac:picMk id="1034" creationId="{FB03CAC7-045E-B1C3-B473-90DDC29C740A}"/>
          </ac:picMkLst>
        </pc:picChg>
      </pc:sldChg>
      <pc:sldChg chg="add">
        <pc:chgData name="Renan Xavier Cortes" userId="d6af805853004405" providerId="LiveId" clId="{0BA8E8E9-B125-48E7-99E5-FF2AE049C70B}" dt="2026-01-30T17:05:48.512" v="421"/>
        <pc:sldMkLst>
          <pc:docMk/>
          <pc:sldMk cId="2840655458" sldId="274"/>
        </pc:sldMkLst>
      </pc:sldChg>
      <pc:sldChg chg="addSp delSp modSp add mod">
        <pc:chgData name="Renan Xavier Cortes" userId="d6af805853004405" providerId="LiveId" clId="{0BA8E8E9-B125-48E7-99E5-FF2AE049C70B}" dt="2026-01-30T16:19:24.855" v="211" actId="1076"/>
        <pc:sldMkLst>
          <pc:docMk/>
          <pc:sldMk cId="66233638" sldId="275"/>
        </pc:sldMkLst>
        <pc:picChg chg="add mod">
          <ac:chgData name="Renan Xavier Cortes" userId="d6af805853004405" providerId="LiveId" clId="{0BA8E8E9-B125-48E7-99E5-FF2AE049C70B}" dt="2026-01-30T16:19:24.855" v="211" actId="1076"/>
          <ac:picMkLst>
            <pc:docMk/>
            <pc:sldMk cId="66233638" sldId="275"/>
            <ac:picMk id="6" creationId="{466C8D4D-4E3D-3983-BCE6-9B2AC93C1E9D}"/>
          </ac:picMkLst>
        </pc:picChg>
        <pc:picChg chg="del">
          <ac:chgData name="Renan Xavier Cortes" userId="d6af805853004405" providerId="LiveId" clId="{0BA8E8E9-B125-48E7-99E5-FF2AE049C70B}" dt="2026-01-30T16:19:16.581" v="207" actId="478"/>
          <ac:picMkLst>
            <pc:docMk/>
            <pc:sldMk cId="66233638" sldId="275"/>
            <ac:picMk id="11" creationId="{30190196-2E02-7A18-546D-54A86AB989FF}"/>
          </ac:picMkLst>
        </pc:picChg>
      </pc:sldChg>
      <pc:sldChg chg="add">
        <pc:chgData name="Renan Xavier Cortes" userId="d6af805853004405" providerId="LiveId" clId="{0BA8E8E9-B125-48E7-99E5-FF2AE049C70B}" dt="2026-01-30T16:51:46.843" v="333"/>
        <pc:sldMkLst>
          <pc:docMk/>
          <pc:sldMk cId="3852151820" sldId="276"/>
        </pc:sldMkLst>
      </pc:sldChg>
      <pc:sldChg chg="add">
        <pc:chgData name="Renan Xavier Cortes" userId="d6af805853004405" providerId="LiveId" clId="{0BA8E8E9-B125-48E7-99E5-FF2AE049C70B}" dt="2026-01-30T17:05:48.512" v="421"/>
        <pc:sldMkLst>
          <pc:docMk/>
          <pc:sldMk cId="2480769764" sldId="277"/>
        </pc:sldMkLst>
      </pc:sldChg>
      <pc:sldChg chg="addSp delSp modSp add del mod">
        <pc:chgData name="Renan Xavier Cortes" userId="d6af805853004405" providerId="LiveId" clId="{0BA8E8E9-B125-48E7-99E5-FF2AE049C70B}" dt="2026-01-30T17:05:44.696" v="420" actId="2696"/>
        <pc:sldMkLst>
          <pc:docMk/>
          <pc:sldMk cId="3386571380" sldId="277"/>
        </pc:sldMkLst>
        <pc:picChg chg="add del mod">
          <ac:chgData name="Renan Xavier Cortes" userId="d6af805853004405" providerId="LiveId" clId="{0BA8E8E9-B125-48E7-99E5-FF2AE049C70B}" dt="2026-01-30T16:59:51.162" v="392" actId="478"/>
          <ac:picMkLst>
            <pc:docMk/>
            <pc:sldMk cId="3386571380" sldId="277"/>
            <ac:picMk id="5" creationId="{F7749FF4-B9B2-AC63-6947-B70A7D0CB11B}"/>
          </ac:picMkLst>
        </pc:picChg>
        <pc:picChg chg="add mod">
          <ac:chgData name="Renan Xavier Cortes" userId="d6af805853004405" providerId="LiveId" clId="{0BA8E8E9-B125-48E7-99E5-FF2AE049C70B}" dt="2026-01-30T16:59:54.438" v="394" actId="1076"/>
          <ac:picMkLst>
            <pc:docMk/>
            <pc:sldMk cId="3386571380" sldId="277"/>
            <ac:picMk id="9" creationId="{D525EF00-964E-354D-661E-92718A1079D6}"/>
          </ac:picMkLst>
        </pc:picChg>
        <pc:picChg chg="add del mod">
          <ac:chgData name="Renan Xavier Cortes" userId="d6af805853004405" providerId="LiveId" clId="{0BA8E8E9-B125-48E7-99E5-FF2AE049C70B}" dt="2026-01-30T17:02:51.966" v="404" actId="478"/>
          <ac:picMkLst>
            <pc:docMk/>
            <pc:sldMk cId="3386571380" sldId="277"/>
            <ac:picMk id="11" creationId="{4A3A43A7-69CA-C8AF-CC58-39B2421D2E4C}"/>
          </ac:picMkLst>
        </pc:picChg>
        <pc:picChg chg="del">
          <ac:chgData name="Renan Xavier Cortes" userId="d6af805853004405" providerId="LiveId" clId="{0BA8E8E9-B125-48E7-99E5-FF2AE049C70B}" dt="2026-01-30T16:59:28.138" v="389" actId="478"/>
          <ac:picMkLst>
            <pc:docMk/>
            <pc:sldMk cId="3386571380" sldId="277"/>
            <ac:picMk id="13" creationId="{83F76802-8F09-D56A-4BCF-66C66AED9E87}"/>
          </ac:picMkLst>
        </pc:picChg>
        <pc:picChg chg="add mod ord">
          <ac:chgData name="Renan Xavier Cortes" userId="d6af805853004405" providerId="LiveId" clId="{0BA8E8E9-B125-48E7-99E5-FF2AE049C70B}" dt="2026-01-30T17:03:03.946" v="411" actId="1076"/>
          <ac:picMkLst>
            <pc:docMk/>
            <pc:sldMk cId="3386571380" sldId="277"/>
            <ac:picMk id="14" creationId="{825CB19D-9C3D-6360-59DB-3E9ECB421ED3}"/>
          </ac:picMkLst>
        </pc:picChg>
      </pc:sldChg>
      <pc:sldChg chg="addSp delSp modSp add del mod">
        <pc:chgData name="Renan Xavier Cortes" userId="d6af805853004405" providerId="LiveId" clId="{0BA8E8E9-B125-48E7-99E5-FF2AE049C70B}" dt="2026-01-30T17:05:44.696" v="420" actId="2696"/>
        <pc:sldMkLst>
          <pc:docMk/>
          <pc:sldMk cId="1417215949" sldId="278"/>
        </pc:sldMkLst>
        <pc:picChg chg="add mod">
          <ac:chgData name="Renan Xavier Cortes" userId="d6af805853004405" providerId="LiveId" clId="{0BA8E8E9-B125-48E7-99E5-FF2AE049C70B}" dt="2026-01-30T17:04:06.404" v="416" actId="1076"/>
          <ac:picMkLst>
            <pc:docMk/>
            <pc:sldMk cId="1417215949" sldId="278"/>
            <ac:picMk id="5" creationId="{DA088035-284C-0DD3-25F0-C19E15ECD2C9}"/>
          </ac:picMkLst>
        </pc:picChg>
        <pc:picChg chg="del">
          <ac:chgData name="Renan Xavier Cortes" userId="d6af805853004405" providerId="LiveId" clId="{0BA8E8E9-B125-48E7-99E5-FF2AE049C70B}" dt="2026-01-30T17:04:02.018" v="414" actId="478"/>
          <ac:picMkLst>
            <pc:docMk/>
            <pc:sldMk cId="1417215949" sldId="278"/>
            <ac:picMk id="9" creationId="{D525EF00-964E-354D-661E-92718A1079D6}"/>
          </ac:picMkLst>
        </pc:picChg>
        <pc:picChg chg="del">
          <ac:chgData name="Renan Xavier Cortes" userId="d6af805853004405" providerId="LiveId" clId="{0BA8E8E9-B125-48E7-99E5-FF2AE049C70B}" dt="2026-01-30T17:04:01.435" v="413" actId="478"/>
          <ac:picMkLst>
            <pc:docMk/>
            <pc:sldMk cId="1417215949" sldId="278"/>
            <ac:picMk id="14" creationId="{825CB19D-9C3D-6360-59DB-3E9ECB421ED3}"/>
          </ac:picMkLst>
        </pc:picChg>
      </pc:sldChg>
      <pc:sldChg chg="add">
        <pc:chgData name="Renan Xavier Cortes" userId="d6af805853004405" providerId="LiveId" clId="{0BA8E8E9-B125-48E7-99E5-FF2AE049C70B}" dt="2026-01-30T17:05:48.512" v="421"/>
        <pc:sldMkLst>
          <pc:docMk/>
          <pc:sldMk cId="2165902930" sldId="278"/>
        </pc:sldMkLst>
      </pc:sldChg>
      <pc:sldChg chg="add del">
        <pc:chgData name="Renan Xavier Cortes" userId="d6af805853004405" providerId="LiveId" clId="{0BA8E8E9-B125-48E7-99E5-FF2AE049C70B}" dt="2026-01-30T18:07:10.725" v="721" actId="47"/>
        <pc:sldMkLst>
          <pc:docMk/>
          <pc:sldMk cId="3000206769" sldId="279"/>
        </pc:sldMkLst>
      </pc:sldChg>
      <pc:sldChg chg="addSp delSp modSp add mod">
        <pc:chgData name="Renan Xavier Cortes" userId="d6af805853004405" providerId="LiveId" clId="{0BA8E8E9-B125-48E7-99E5-FF2AE049C70B}" dt="2026-01-30T18:01:15.996" v="517" actId="478"/>
        <pc:sldMkLst>
          <pc:docMk/>
          <pc:sldMk cId="4076742376" sldId="280"/>
        </pc:sldMkLst>
        <pc:spChg chg="del">
          <ac:chgData name="Renan Xavier Cortes" userId="d6af805853004405" providerId="LiveId" clId="{0BA8E8E9-B125-48E7-99E5-FF2AE049C70B}" dt="2026-01-30T18:01:15.996" v="517" actId="478"/>
          <ac:spMkLst>
            <pc:docMk/>
            <pc:sldMk cId="4076742376" sldId="280"/>
            <ac:spMk id="5" creationId="{462A550A-2F15-4636-BB02-A7AFDEC69830}"/>
          </ac:spMkLst>
        </pc:spChg>
        <pc:spChg chg="mod">
          <ac:chgData name="Renan Xavier Cortes" userId="d6af805853004405" providerId="LiveId" clId="{0BA8E8E9-B125-48E7-99E5-FF2AE049C70B}" dt="2026-01-30T17:16:48.842" v="489" actId="20577"/>
          <ac:spMkLst>
            <pc:docMk/>
            <pc:sldMk cId="4076742376" sldId="280"/>
            <ac:spMk id="8" creationId="{39AE06C5-34BE-4D68-97C3-4C07702C2DF6}"/>
          </ac:spMkLst>
        </pc:spChg>
        <pc:picChg chg="del">
          <ac:chgData name="Renan Xavier Cortes" userId="d6af805853004405" providerId="LiveId" clId="{0BA8E8E9-B125-48E7-99E5-FF2AE049C70B}" dt="2026-01-30T17:17:04.140" v="490" actId="478"/>
          <ac:picMkLst>
            <pc:docMk/>
            <pc:sldMk cId="4076742376" sldId="280"/>
            <ac:picMk id="6" creationId="{B7D557E0-DD50-7ABD-B2DD-767702F2EEEB}"/>
          </ac:picMkLst>
        </pc:picChg>
        <pc:picChg chg="add del">
          <ac:chgData name="Renan Xavier Cortes" userId="d6af805853004405" providerId="LiveId" clId="{0BA8E8E9-B125-48E7-99E5-FF2AE049C70B}" dt="2026-01-30T17:57:10.983" v="492" actId="478"/>
          <ac:picMkLst>
            <pc:docMk/>
            <pc:sldMk cId="4076742376" sldId="280"/>
            <ac:picMk id="9" creationId="{71C06156-B5EF-7509-33AC-E96874D76737}"/>
          </ac:picMkLst>
        </pc:picChg>
        <pc:picChg chg="add mod">
          <ac:chgData name="Renan Xavier Cortes" userId="d6af805853004405" providerId="LiveId" clId="{0BA8E8E9-B125-48E7-99E5-FF2AE049C70B}" dt="2026-01-30T17:57:29.712" v="495" actId="1076"/>
          <ac:picMkLst>
            <pc:docMk/>
            <pc:sldMk cId="4076742376" sldId="280"/>
            <ac:picMk id="11" creationId="{008B737C-8145-7BFE-FCDF-381BA33AF1B8}"/>
          </ac:picMkLst>
        </pc:picChg>
        <pc:picChg chg="add mod">
          <ac:chgData name="Renan Xavier Cortes" userId="d6af805853004405" providerId="LiveId" clId="{0BA8E8E9-B125-48E7-99E5-FF2AE049C70B}" dt="2026-01-30T17:58:35.806" v="500" actId="1076"/>
          <ac:picMkLst>
            <pc:docMk/>
            <pc:sldMk cId="4076742376" sldId="280"/>
            <ac:picMk id="8194" creationId="{7970CB1E-EE2C-69A6-1A5B-4631D0F24008}"/>
          </ac:picMkLst>
        </pc:picChg>
        <pc:picChg chg="add mod">
          <ac:chgData name="Renan Xavier Cortes" userId="d6af805853004405" providerId="LiveId" clId="{0BA8E8E9-B125-48E7-99E5-FF2AE049C70B}" dt="2026-01-30T17:58:52.942" v="507" actId="1076"/>
          <ac:picMkLst>
            <pc:docMk/>
            <pc:sldMk cId="4076742376" sldId="280"/>
            <ac:picMk id="8196" creationId="{F2E65E73-6B5F-E0E6-27A4-42A00A259F83}"/>
          </ac:picMkLst>
        </pc:picChg>
        <pc:picChg chg="add mod">
          <ac:chgData name="Renan Xavier Cortes" userId="d6af805853004405" providerId="LiveId" clId="{0BA8E8E9-B125-48E7-99E5-FF2AE049C70B}" dt="2026-01-30T17:58:54.378" v="508" actId="1076"/>
          <ac:picMkLst>
            <pc:docMk/>
            <pc:sldMk cId="4076742376" sldId="280"/>
            <ac:picMk id="8198" creationId="{E97D8134-40AF-5373-E7E2-5CCB3CFFA20F}"/>
          </ac:picMkLst>
        </pc:picChg>
      </pc:sldChg>
      <pc:sldChg chg="addSp delSp modSp add mod">
        <pc:chgData name="Renan Xavier Cortes" userId="d6af805853004405" providerId="LiveId" clId="{0BA8E8E9-B125-48E7-99E5-FF2AE049C70B}" dt="2026-01-30T18:01:33.285" v="525" actId="1076"/>
        <pc:sldMkLst>
          <pc:docMk/>
          <pc:sldMk cId="2976864327" sldId="281"/>
        </pc:sldMkLst>
        <pc:spChg chg="del">
          <ac:chgData name="Renan Xavier Cortes" userId="d6af805853004405" providerId="LiveId" clId="{0BA8E8E9-B125-48E7-99E5-FF2AE049C70B}" dt="2026-01-30T18:01:18.071" v="518" actId="478"/>
          <ac:spMkLst>
            <pc:docMk/>
            <pc:sldMk cId="2976864327" sldId="281"/>
            <ac:spMk id="5" creationId="{462A550A-2F15-4636-BB02-A7AFDEC69830}"/>
          </ac:spMkLst>
        </pc:spChg>
        <pc:picChg chg="add mod">
          <ac:chgData name="Renan Xavier Cortes" userId="d6af805853004405" providerId="LiveId" clId="{0BA8E8E9-B125-48E7-99E5-FF2AE049C70B}" dt="2026-01-30T18:01:31.131" v="524" actId="1076"/>
          <ac:picMkLst>
            <pc:docMk/>
            <pc:sldMk cId="2976864327" sldId="281"/>
            <ac:picMk id="6" creationId="{925DA5BA-4D30-9F50-9329-150EA30B0C2B}"/>
          </ac:picMkLst>
        </pc:picChg>
        <pc:picChg chg="add mod">
          <ac:chgData name="Renan Xavier Cortes" userId="d6af805853004405" providerId="LiveId" clId="{0BA8E8E9-B125-48E7-99E5-FF2AE049C70B}" dt="2026-01-30T18:01:33.285" v="525" actId="1076"/>
          <ac:picMkLst>
            <pc:docMk/>
            <pc:sldMk cId="2976864327" sldId="281"/>
            <ac:picMk id="10" creationId="{F4ADE215-616E-3921-CFFC-97D1BE6B636A}"/>
          </ac:picMkLst>
        </pc:picChg>
        <pc:picChg chg="del">
          <ac:chgData name="Renan Xavier Cortes" userId="d6af805853004405" providerId="LiveId" clId="{0BA8E8E9-B125-48E7-99E5-FF2AE049C70B}" dt="2026-01-30T18:00:00.194" v="512" actId="478"/>
          <ac:picMkLst>
            <pc:docMk/>
            <pc:sldMk cId="2976864327" sldId="281"/>
            <ac:picMk id="11" creationId="{008B737C-8145-7BFE-FCDF-381BA33AF1B8}"/>
          </ac:picMkLst>
        </pc:picChg>
      </pc:sldChg>
      <pc:sldChg chg="addSp delSp modSp add mod">
        <pc:chgData name="Renan Xavier Cortes" userId="d6af805853004405" providerId="LiveId" clId="{0BA8E8E9-B125-48E7-99E5-FF2AE049C70B}" dt="2026-01-30T18:02:17.575" v="528" actId="1076"/>
        <pc:sldMkLst>
          <pc:docMk/>
          <pc:sldMk cId="1149205246" sldId="282"/>
        </pc:sldMkLst>
        <pc:spChg chg="del">
          <ac:chgData name="Renan Xavier Cortes" userId="d6af805853004405" providerId="LiveId" clId="{0BA8E8E9-B125-48E7-99E5-FF2AE049C70B}" dt="2026-01-30T18:01:20.383" v="519" actId="478"/>
          <ac:spMkLst>
            <pc:docMk/>
            <pc:sldMk cId="1149205246" sldId="282"/>
            <ac:spMk id="5" creationId="{462A550A-2F15-4636-BB02-A7AFDEC69830}"/>
          </ac:spMkLst>
        </pc:spChg>
        <pc:picChg chg="add mod">
          <ac:chgData name="Renan Xavier Cortes" userId="d6af805853004405" providerId="LiveId" clId="{0BA8E8E9-B125-48E7-99E5-FF2AE049C70B}" dt="2026-01-30T18:02:17.575" v="528" actId="1076"/>
          <ac:picMkLst>
            <pc:docMk/>
            <pc:sldMk cId="1149205246" sldId="282"/>
            <ac:picMk id="6" creationId="{25485C8C-5E00-4461-E0D0-DFB708348D21}"/>
          </ac:picMkLst>
        </pc:picChg>
        <pc:picChg chg="del">
          <ac:chgData name="Renan Xavier Cortes" userId="d6af805853004405" providerId="LiveId" clId="{0BA8E8E9-B125-48E7-99E5-FF2AE049C70B}" dt="2026-01-30T18:02:12.941" v="526" actId="478"/>
          <ac:picMkLst>
            <pc:docMk/>
            <pc:sldMk cId="1149205246" sldId="282"/>
            <ac:picMk id="11" creationId="{008B737C-8145-7BFE-FCDF-381BA33AF1B8}"/>
          </ac:picMkLst>
        </pc:picChg>
      </pc:sldChg>
      <pc:sldChg chg="addSp delSp modSp add mod">
        <pc:chgData name="Renan Xavier Cortes" userId="d6af805853004405" providerId="LiveId" clId="{0BA8E8E9-B125-48E7-99E5-FF2AE049C70B}" dt="2026-01-30T18:06:43.917" v="720" actId="404"/>
        <pc:sldMkLst>
          <pc:docMk/>
          <pc:sldMk cId="1360209703" sldId="283"/>
        </pc:sldMkLst>
        <pc:spChg chg="del">
          <ac:chgData name="Renan Xavier Cortes" userId="d6af805853004405" providerId="LiveId" clId="{0BA8E8E9-B125-48E7-99E5-FF2AE049C70B}" dt="2026-01-30T18:03:51.933" v="534" actId="478"/>
          <ac:spMkLst>
            <pc:docMk/>
            <pc:sldMk cId="1360209703" sldId="283"/>
            <ac:spMk id="5" creationId="{462A550A-2F15-4636-BB02-A7AFDEC69830}"/>
          </ac:spMkLst>
        </pc:spChg>
        <pc:spChg chg="add mod">
          <ac:chgData name="Renan Xavier Cortes" userId="d6af805853004405" providerId="LiveId" clId="{0BA8E8E9-B125-48E7-99E5-FF2AE049C70B}" dt="2026-01-30T18:06:43.917" v="720" actId="404"/>
          <ac:spMkLst>
            <pc:docMk/>
            <pc:sldMk cId="1360209703" sldId="283"/>
            <ac:spMk id="10" creationId="{23141C5E-39A3-68AD-46DD-F6A4F156BB99}"/>
          </ac:spMkLst>
        </pc:spChg>
        <pc:picChg chg="add mod">
          <ac:chgData name="Renan Xavier Cortes" userId="d6af805853004405" providerId="LiveId" clId="{0BA8E8E9-B125-48E7-99E5-FF2AE049C70B}" dt="2026-01-30T18:02:48.623" v="533" actId="1076"/>
          <ac:picMkLst>
            <pc:docMk/>
            <pc:sldMk cId="1360209703" sldId="283"/>
            <ac:picMk id="6" creationId="{3B5A3700-B36A-F6C8-52EC-185123AD201B}"/>
          </ac:picMkLst>
        </pc:picChg>
        <pc:picChg chg="del">
          <ac:chgData name="Renan Xavier Cortes" userId="d6af805853004405" providerId="LiveId" clId="{0BA8E8E9-B125-48E7-99E5-FF2AE049C70B}" dt="2026-01-30T18:02:39.641" v="529" actId="478"/>
          <ac:picMkLst>
            <pc:docMk/>
            <pc:sldMk cId="1360209703" sldId="283"/>
            <ac:picMk id="11" creationId="{008B737C-8145-7BFE-FCDF-381BA33AF1B8}"/>
          </ac:picMkLst>
        </pc:picChg>
      </pc:sldChg>
      <pc:sldChg chg="addSp delSp modSp add mod">
        <pc:chgData name="Renan Xavier Cortes" userId="d6af805853004405" providerId="LiveId" clId="{0BA8E8E9-B125-48E7-99E5-FF2AE049C70B}" dt="2026-01-30T18:15:08.818" v="760" actId="1076"/>
        <pc:sldMkLst>
          <pc:docMk/>
          <pc:sldMk cId="3750848962" sldId="284"/>
        </pc:sldMkLst>
        <pc:spChg chg="add mod">
          <ac:chgData name="Renan Xavier Cortes" userId="d6af805853004405" providerId="LiveId" clId="{0BA8E8E9-B125-48E7-99E5-FF2AE049C70B}" dt="2026-01-30T18:12:52.129" v="748"/>
          <ac:spMkLst>
            <pc:docMk/>
            <pc:sldMk cId="3750848962" sldId="284"/>
            <ac:spMk id="4" creationId="{63650BB1-F9CC-F885-8A3F-EBC68F3B8A69}"/>
          </ac:spMkLst>
        </pc:spChg>
        <pc:spChg chg="mod">
          <ac:chgData name="Renan Xavier Cortes" userId="d6af805853004405" providerId="LiveId" clId="{0BA8E8E9-B125-48E7-99E5-FF2AE049C70B}" dt="2026-01-30T18:12:39.335" v="743" actId="20577"/>
          <ac:spMkLst>
            <pc:docMk/>
            <pc:sldMk cId="3750848962" sldId="284"/>
            <ac:spMk id="8" creationId="{39AE06C5-34BE-4D68-97C3-4C07702C2DF6}"/>
          </ac:spMkLst>
        </pc:spChg>
        <pc:spChg chg="del">
          <ac:chgData name="Renan Xavier Cortes" userId="d6af805853004405" providerId="LiveId" clId="{0BA8E8E9-B125-48E7-99E5-FF2AE049C70B}" dt="2026-01-30T18:12:51.122" v="747" actId="478"/>
          <ac:spMkLst>
            <pc:docMk/>
            <pc:sldMk cId="3750848962" sldId="284"/>
            <ac:spMk id="10" creationId="{23141C5E-39A3-68AD-46DD-F6A4F156BB99}"/>
          </ac:spMkLst>
        </pc:spChg>
        <pc:picChg chg="del">
          <ac:chgData name="Renan Xavier Cortes" userId="d6af805853004405" providerId="LiveId" clId="{0BA8E8E9-B125-48E7-99E5-FF2AE049C70B}" dt="2026-01-30T18:13:21.075" v="749" actId="478"/>
          <ac:picMkLst>
            <pc:docMk/>
            <pc:sldMk cId="3750848962" sldId="284"/>
            <ac:picMk id="6" creationId="{3B5A3700-B36A-F6C8-52EC-185123AD201B}"/>
          </ac:picMkLst>
        </pc:picChg>
        <pc:picChg chg="add del mod">
          <ac:chgData name="Renan Xavier Cortes" userId="d6af805853004405" providerId="LiveId" clId="{0BA8E8E9-B125-48E7-99E5-FF2AE049C70B}" dt="2026-01-30T18:14:44.660" v="755" actId="478"/>
          <ac:picMkLst>
            <pc:docMk/>
            <pc:sldMk cId="3750848962" sldId="284"/>
            <ac:picMk id="9" creationId="{0CCA06A2-AD79-CE2C-B457-7B7645949F8A}"/>
          </ac:picMkLst>
        </pc:picChg>
        <pc:picChg chg="add del">
          <ac:chgData name="Renan Xavier Cortes" userId="d6af805853004405" providerId="LiveId" clId="{0BA8E8E9-B125-48E7-99E5-FF2AE049C70B}" dt="2026-01-30T18:15:00.452" v="757" actId="478"/>
          <ac:picMkLst>
            <pc:docMk/>
            <pc:sldMk cId="3750848962" sldId="284"/>
            <ac:picMk id="12" creationId="{A3C51A1D-3092-9376-70F4-357734D06159}"/>
          </ac:picMkLst>
        </pc:picChg>
        <pc:picChg chg="add mod">
          <ac:chgData name="Renan Xavier Cortes" userId="d6af805853004405" providerId="LiveId" clId="{0BA8E8E9-B125-48E7-99E5-FF2AE049C70B}" dt="2026-01-30T18:15:08.818" v="760" actId="1076"/>
          <ac:picMkLst>
            <pc:docMk/>
            <pc:sldMk cId="3750848962" sldId="284"/>
            <ac:picMk id="14" creationId="{66D5F913-E036-0C90-2585-FC1BE75D2661}"/>
          </ac:picMkLst>
        </pc:picChg>
        <pc:picChg chg="del">
          <ac:chgData name="Renan Xavier Cortes" userId="d6af805853004405" providerId="LiveId" clId="{0BA8E8E9-B125-48E7-99E5-FF2AE049C70B}" dt="2026-01-30T18:12:49.267" v="745" actId="478"/>
          <ac:picMkLst>
            <pc:docMk/>
            <pc:sldMk cId="3750848962" sldId="284"/>
            <ac:picMk id="8194" creationId="{7970CB1E-EE2C-69A6-1A5B-4631D0F24008}"/>
          </ac:picMkLst>
        </pc:picChg>
        <pc:picChg chg="del">
          <ac:chgData name="Renan Xavier Cortes" userId="d6af805853004405" providerId="LiveId" clId="{0BA8E8E9-B125-48E7-99E5-FF2AE049C70B}" dt="2026-01-30T18:12:48.773" v="744" actId="478"/>
          <ac:picMkLst>
            <pc:docMk/>
            <pc:sldMk cId="3750848962" sldId="284"/>
            <ac:picMk id="8196" creationId="{F2E65E73-6B5F-E0E6-27A4-42A00A259F83}"/>
          </ac:picMkLst>
        </pc:picChg>
        <pc:picChg chg="del">
          <ac:chgData name="Renan Xavier Cortes" userId="d6af805853004405" providerId="LiveId" clId="{0BA8E8E9-B125-48E7-99E5-FF2AE049C70B}" dt="2026-01-30T18:12:49.682" v="746" actId="478"/>
          <ac:picMkLst>
            <pc:docMk/>
            <pc:sldMk cId="3750848962" sldId="284"/>
            <ac:picMk id="8198" creationId="{E97D8134-40AF-5373-E7E2-5CCB3CFFA20F}"/>
          </ac:picMkLst>
        </pc:picChg>
      </pc:sldChg>
      <pc:sldChg chg="addSp delSp modSp add mod">
        <pc:chgData name="Renan Xavier Cortes" userId="d6af805853004405" providerId="LiveId" clId="{0BA8E8E9-B125-48E7-99E5-FF2AE049C70B}" dt="2026-01-30T18:21:05.682" v="814" actId="207"/>
        <pc:sldMkLst>
          <pc:docMk/>
          <pc:sldMk cId="1898170644" sldId="285"/>
        </pc:sldMkLst>
        <pc:spChg chg="del">
          <ac:chgData name="Renan Xavier Cortes" userId="d6af805853004405" providerId="LiveId" clId="{0BA8E8E9-B125-48E7-99E5-FF2AE049C70B}" dt="2026-01-30T18:17:33.165" v="762" actId="478"/>
          <ac:spMkLst>
            <pc:docMk/>
            <pc:sldMk cId="1898170644" sldId="285"/>
            <ac:spMk id="4" creationId="{63650BB1-F9CC-F885-8A3F-EBC68F3B8A69}"/>
          </ac:spMkLst>
        </pc:spChg>
        <pc:spChg chg="add mod">
          <ac:chgData name="Renan Xavier Cortes" userId="d6af805853004405" providerId="LiveId" clId="{0BA8E8E9-B125-48E7-99E5-FF2AE049C70B}" dt="2026-01-30T18:20:42.432" v="807" actId="1076"/>
          <ac:spMkLst>
            <pc:docMk/>
            <pc:sldMk cId="1898170644" sldId="285"/>
            <ac:spMk id="13" creationId="{7BC809DC-76D9-596D-6589-125D17D8D3BA}"/>
          </ac:spMkLst>
        </pc:spChg>
        <pc:spChg chg="add mod">
          <ac:chgData name="Renan Xavier Cortes" userId="d6af805853004405" providerId="LiveId" clId="{0BA8E8E9-B125-48E7-99E5-FF2AE049C70B}" dt="2026-01-30T18:20:15.255" v="790" actId="688"/>
          <ac:spMkLst>
            <pc:docMk/>
            <pc:sldMk cId="1898170644" sldId="285"/>
            <ac:spMk id="15" creationId="{B6964FCF-51EE-EA2F-DE50-4EA3EB3CB1D8}"/>
          </ac:spMkLst>
        </pc:spChg>
        <pc:spChg chg="add mod">
          <ac:chgData name="Renan Xavier Cortes" userId="d6af805853004405" providerId="LiveId" clId="{0BA8E8E9-B125-48E7-99E5-FF2AE049C70B}" dt="2026-01-30T18:20:53.050" v="812" actId="1076"/>
          <ac:spMkLst>
            <pc:docMk/>
            <pc:sldMk cId="1898170644" sldId="285"/>
            <ac:spMk id="16" creationId="{4859C04D-86CA-F518-99BC-C7117D190A01}"/>
          </ac:spMkLst>
        </pc:spChg>
        <pc:spChg chg="add mod">
          <ac:chgData name="Renan Xavier Cortes" userId="d6af805853004405" providerId="LiveId" clId="{0BA8E8E9-B125-48E7-99E5-FF2AE049C70B}" dt="2026-01-30T18:21:05.682" v="814" actId="207"/>
          <ac:spMkLst>
            <pc:docMk/>
            <pc:sldMk cId="1898170644" sldId="285"/>
            <ac:spMk id="17" creationId="{0AA5E78F-0EC1-F25D-BAA5-F06578A9EAF2}"/>
          </ac:spMkLst>
        </pc:spChg>
        <pc:picChg chg="add del mod">
          <ac:chgData name="Renan Xavier Cortes" userId="d6af805853004405" providerId="LiveId" clId="{0BA8E8E9-B125-48E7-99E5-FF2AE049C70B}" dt="2026-01-30T18:18:23.126" v="766" actId="478"/>
          <ac:picMkLst>
            <pc:docMk/>
            <pc:sldMk cId="1898170644" sldId="285"/>
            <ac:picMk id="6" creationId="{74846F88-F7F2-EC78-A658-84E6E5EC1913}"/>
          </ac:picMkLst>
        </pc:picChg>
        <pc:picChg chg="add del">
          <ac:chgData name="Renan Xavier Cortes" userId="d6af805853004405" providerId="LiveId" clId="{0BA8E8E9-B125-48E7-99E5-FF2AE049C70B}" dt="2026-01-30T18:18:48.635" v="768" actId="478"/>
          <ac:picMkLst>
            <pc:docMk/>
            <pc:sldMk cId="1898170644" sldId="285"/>
            <ac:picMk id="10" creationId="{CFFA2CE8-D5A0-A793-D0D4-0C53622DD2C4}"/>
          </ac:picMkLst>
        </pc:picChg>
        <pc:picChg chg="add mod">
          <ac:chgData name="Renan Xavier Cortes" userId="d6af805853004405" providerId="LiveId" clId="{0BA8E8E9-B125-48E7-99E5-FF2AE049C70B}" dt="2026-01-30T18:18:54.884" v="772" actId="1076"/>
          <ac:picMkLst>
            <pc:docMk/>
            <pc:sldMk cId="1898170644" sldId="285"/>
            <ac:picMk id="12" creationId="{4621C7BA-1C4B-DC54-E553-FFC5F2F46284}"/>
          </ac:picMkLst>
        </pc:picChg>
        <pc:picChg chg="del">
          <ac:chgData name="Renan Xavier Cortes" userId="d6af805853004405" providerId="LiveId" clId="{0BA8E8E9-B125-48E7-99E5-FF2AE049C70B}" dt="2026-01-30T18:17:44.612" v="763" actId="478"/>
          <ac:picMkLst>
            <pc:docMk/>
            <pc:sldMk cId="1898170644" sldId="285"/>
            <ac:picMk id="14" creationId="{66D5F913-E036-0C90-2585-FC1BE75D2661}"/>
          </ac:picMkLst>
        </pc:picChg>
        <pc:picChg chg="add mod">
          <ac:chgData name="Renan Xavier Cortes" userId="d6af805853004405" providerId="LiveId" clId="{0BA8E8E9-B125-48E7-99E5-FF2AE049C70B}" dt="2026-01-30T18:19:57.819" v="785" actId="1076"/>
          <ac:picMkLst>
            <pc:docMk/>
            <pc:sldMk cId="1898170644" sldId="285"/>
            <ac:picMk id="9218" creationId="{8BF099EC-B414-F0A7-F14F-BCD9F036C6A3}"/>
          </ac:picMkLst>
        </pc:picChg>
        <pc:picChg chg="add mod">
          <ac:chgData name="Renan Xavier Cortes" userId="d6af805853004405" providerId="LiveId" clId="{0BA8E8E9-B125-48E7-99E5-FF2AE049C70B}" dt="2026-01-30T18:19:59.226" v="786" actId="1076"/>
          <ac:picMkLst>
            <pc:docMk/>
            <pc:sldMk cId="1898170644" sldId="285"/>
            <ac:picMk id="9220" creationId="{BBB20CEF-9EAB-1332-8928-BECDF1ADAFD2}"/>
          </ac:picMkLst>
        </pc:picChg>
      </pc:sldChg>
      <pc:sldChg chg="addSp delSp modSp add mod">
        <pc:chgData name="Renan Xavier Cortes" userId="d6af805853004405" providerId="LiveId" clId="{0BA8E8E9-B125-48E7-99E5-FF2AE049C70B}" dt="2026-01-30T18:54:25.383" v="1016" actId="20577"/>
        <pc:sldMkLst>
          <pc:docMk/>
          <pc:sldMk cId="2966562894" sldId="286"/>
        </pc:sldMkLst>
        <pc:spChg chg="add mod">
          <ac:chgData name="Renan Xavier Cortes" userId="d6af805853004405" providerId="LiveId" clId="{0BA8E8E9-B125-48E7-99E5-FF2AE049C70B}" dt="2026-01-30T18:54:25.383" v="1016" actId="20577"/>
          <ac:spMkLst>
            <pc:docMk/>
            <pc:sldMk cId="2966562894" sldId="286"/>
            <ac:spMk id="5" creationId="{F2624F6B-82DC-9F70-64FE-D06E7883EB97}"/>
          </ac:spMkLst>
        </pc:spChg>
        <pc:spChg chg="mod">
          <ac:chgData name="Renan Xavier Cortes" userId="d6af805853004405" providerId="LiveId" clId="{0BA8E8E9-B125-48E7-99E5-FF2AE049C70B}" dt="2026-01-30T18:34:19.496" v="834" actId="20577"/>
          <ac:spMkLst>
            <pc:docMk/>
            <pc:sldMk cId="2966562894" sldId="286"/>
            <ac:spMk id="8" creationId="{39AE06C5-34BE-4D68-97C3-4C07702C2DF6}"/>
          </ac:spMkLst>
        </pc:spChg>
        <pc:spChg chg="del">
          <ac:chgData name="Renan Xavier Cortes" userId="d6af805853004405" providerId="LiveId" clId="{0BA8E8E9-B125-48E7-99E5-FF2AE049C70B}" dt="2026-01-30T18:34:25.110" v="838" actId="478"/>
          <ac:spMkLst>
            <pc:docMk/>
            <pc:sldMk cId="2966562894" sldId="286"/>
            <ac:spMk id="13" creationId="{7BC809DC-76D9-596D-6589-125D17D8D3BA}"/>
          </ac:spMkLst>
        </pc:spChg>
        <pc:spChg chg="del">
          <ac:chgData name="Renan Xavier Cortes" userId="d6af805853004405" providerId="LiveId" clId="{0BA8E8E9-B125-48E7-99E5-FF2AE049C70B}" dt="2026-01-30T18:34:24.289" v="837" actId="478"/>
          <ac:spMkLst>
            <pc:docMk/>
            <pc:sldMk cId="2966562894" sldId="286"/>
            <ac:spMk id="15" creationId="{B6964FCF-51EE-EA2F-DE50-4EA3EB3CB1D8}"/>
          </ac:spMkLst>
        </pc:spChg>
        <pc:spChg chg="del">
          <ac:chgData name="Renan Xavier Cortes" userId="d6af805853004405" providerId="LiveId" clId="{0BA8E8E9-B125-48E7-99E5-FF2AE049C70B}" dt="2026-01-30T18:34:23.012" v="836" actId="478"/>
          <ac:spMkLst>
            <pc:docMk/>
            <pc:sldMk cId="2966562894" sldId="286"/>
            <ac:spMk id="16" creationId="{4859C04D-86CA-F518-99BC-C7117D190A01}"/>
          </ac:spMkLst>
        </pc:spChg>
        <pc:spChg chg="del">
          <ac:chgData name="Renan Xavier Cortes" userId="d6af805853004405" providerId="LiveId" clId="{0BA8E8E9-B125-48E7-99E5-FF2AE049C70B}" dt="2026-01-30T18:34:28.973" v="841" actId="478"/>
          <ac:spMkLst>
            <pc:docMk/>
            <pc:sldMk cId="2966562894" sldId="286"/>
            <ac:spMk id="17" creationId="{0AA5E78F-0EC1-F25D-BAA5-F06578A9EAF2}"/>
          </ac:spMkLst>
        </pc:spChg>
        <pc:picChg chg="del">
          <ac:chgData name="Renan Xavier Cortes" userId="d6af805853004405" providerId="LiveId" clId="{0BA8E8E9-B125-48E7-99E5-FF2AE049C70B}" dt="2026-01-30T18:34:27.934" v="840" actId="478"/>
          <ac:picMkLst>
            <pc:docMk/>
            <pc:sldMk cId="2966562894" sldId="286"/>
            <ac:picMk id="12" creationId="{4621C7BA-1C4B-DC54-E553-FFC5F2F46284}"/>
          </ac:picMkLst>
        </pc:picChg>
        <pc:picChg chg="del">
          <ac:chgData name="Renan Xavier Cortes" userId="d6af805853004405" providerId="LiveId" clId="{0BA8E8E9-B125-48E7-99E5-FF2AE049C70B}" dt="2026-01-30T18:34:21.574" v="835" actId="478"/>
          <ac:picMkLst>
            <pc:docMk/>
            <pc:sldMk cId="2966562894" sldId="286"/>
            <ac:picMk id="9218" creationId="{8BF099EC-B414-F0A7-F14F-BCD9F036C6A3}"/>
          </ac:picMkLst>
        </pc:picChg>
        <pc:picChg chg="del">
          <ac:chgData name="Renan Xavier Cortes" userId="d6af805853004405" providerId="LiveId" clId="{0BA8E8E9-B125-48E7-99E5-FF2AE049C70B}" dt="2026-01-30T18:34:25.479" v="839" actId="478"/>
          <ac:picMkLst>
            <pc:docMk/>
            <pc:sldMk cId="2966562894" sldId="286"/>
            <ac:picMk id="9220" creationId="{BBB20CEF-9EAB-1332-8928-BECDF1ADAFD2}"/>
          </ac:picMkLst>
        </pc:picChg>
      </pc:sldChg>
      <pc:sldChg chg="addSp delSp modSp add mod">
        <pc:chgData name="Renan Xavier Cortes" userId="d6af805853004405" providerId="LiveId" clId="{0BA8E8E9-B125-48E7-99E5-FF2AE049C70B}" dt="2026-01-30T18:59:42.183" v="1080" actId="1076"/>
        <pc:sldMkLst>
          <pc:docMk/>
          <pc:sldMk cId="3087675632" sldId="287"/>
        </pc:sldMkLst>
        <pc:spChg chg="del">
          <ac:chgData name="Renan Xavier Cortes" userId="d6af805853004405" providerId="LiveId" clId="{0BA8E8E9-B125-48E7-99E5-FF2AE049C70B}" dt="2026-01-30T18:49:08.248" v="925" actId="478"/>
          <ac:spMkLst>
            <pc:docMk/>
            <pc:sldMk cId="3087675632" sldId="287"/>
            <ac:spMk id="5" creationId="{F2624F6B-82DC-9F70-64FE-D06E7883EB97}"/>
          </ac:spMkLst>
        </pc:spChg>
        <pc:spChg chg="mod">
          <ac:chgData name="Renan Xavier Cortes" userId="d6af805853004405" providerId="LiveId" clId="{0BA8E8E9-B125-48E7-99E5-FF2AE049C70B}" dt="2026-01-30T18:40:55.554" v="924" actId="20577"/>
          <ac:spMkLst>
            <pc:docMk/>
            <pc:sldMk cId="3087675632" sldId="287"/>
            <ac:spMk id="8" creationId="{39AE06C5-34BE-4D68-97C3-4C07702C2DF6}"/>
          </ac:spMkLst>
        </pc:spChg>
        <pc:spChg chg="add mod">
          <ac:chgData name="Renan Xavier Cortes" userId="d6af805853004405" providerId="LiveId" clId="{0BA8E8E9-B125-48E7-99E5-FF2AE049C70B}" dt="2026-01-30T18:59:42.183" v="1080" actId="1076"/>
          <ac:spMkLst>
            <pc:docMk/>
            <pc:sldMk cId="3087675632" sldId="287"/>
            <ac:spMk id="11" creationId="{85AF6F3B-4D71-E85E-1F72-182EAAEF4979}"/>
          </ac:spMkLst>
        </pc:spChg>
        <pc:picChg chg="add mod">
          <ac:chgData name="Renan Xavier Cortes" userId="d6af805853004405" providerId="LiveId" clId="{0BA8E8E9-B125-48E7-99E5-FF2AE049C70B}" dt="2026-01-30T18:58:17.623" v="1017" actId="1076"/>
          <ac:picMkLst>
            <pc:docMk/>
            <pc:sldMk cId="3087675632" sldId="287"/>
            <ac:picMk id="6" creationId="{450B757C-90A4-91C2-4668-9700F8A96B36}"/>
          </ac:picMkLst>
        </pc:picChg>
        <pc:picChg chg="add mod">
          <ac:chgData name="Renan Xavier Cortes" userId="d6af805853004405" providerId="LiveId" clId="{0BA8E8E9-B125-48E7-99E5-FF2AE049C70B}" dt="2026-01-30T18:59:10.178" v="1033" actId="1076"/>
          <ac:picMkLst>
            <pc:docMk/>
            <pc:sldMk cId="3087675632" sldId="287"/>
            <ac:picMk id="10" creationId="{565083B5-96D9-7A91-00E9-BBF336F88774}"/>
          </ac:picMkLst>
        </pc:picChg>
        <pc:picChg chg="add mod">
          <ac:chgData name="Renan Xavier Cortes" userId="d6af805853004405" providerId="LiveId" clId="{0BA8E8E9-B125-48E7-99E5-FF2AE049C70B}" dt="2026-01-30T18:59:08.536" v="1032" actId="1076"/>
          <ac:picMkLst>
            <pc:docMk/>
            <pc:sldMk cId="3087675632" sldId="287"/>
            <ac:picMk id="14338" creationId="{CDAB66C6-0618-9AE7-E595-954FBCD556B2}"/>
          </ac:picMkLst>
        </pc:picChg>
      </pc:sldChg>
      <pc:sldChg chg="addSp delSp modSp add mod">
        <pc:chgData name="Renan Xavier Cortes" userId="d6af805853004405" providerId="LiveId" clId="{0BA8E8E9-B125-48E7-99E5-FF2AE049C70B}" dt="2026-01-30T19:09:37.244" v="1103" actId="1076"/>
        <pc:sldMkLst>
          <pc:docMk/>
          <pc:sldMk cId="3620501741" sldId="288"/>
        </pc:sldMkLst>
        <pc:picChg chg="add mod">
          <ac:chgData name="Renan Xavier Cortes" userId="d6af805853004405" providerId="LiveId" clId="{0BA8E8E9-B125-48E7-99E5-FF2AE049C70B}" dt="2026-01-30T19:02:46.284" v="1085" actId="1076"/>
          <ac:picMkLst>
            <pc:docMk/>
            <pc:sldMk cId="3620501741" sldId="288"/>
            <ac:picMk id="5" creationId="{279B75A2-B6BA-F33E-A3C3-EB407279DC02}"/>
          </ac:picMkLst>
        </pc:picChg>
        <pc:picChg chg="del">
          <ac:chgData name="Renan Xavier Cortes" userId="d6af805853004405" providerId="LiveId" clId="{0BA8E8E9-B125-48E7-99E5-FF2AE049C70B}" dt="2026-01-30T19:02:41.719" v="1082" actId="478"/>
          <ac:picMkLst>
            <pc:docMk/>
            <pc:sldMk cId="3620501741" sldId="288"/>
            <ac:picMk id="6" creationId="{450B757C-90A4-91C2-4668-9700F8A96B36}"/>
          </ac:picMkLst>
        </pc:picChg>
        <pc:picChg chg="del">
          <ac:chgData name="Renan Xavier Cortes" userId="d6af805853004405" providerId="LiveId" clId="{0BA8E8E9-B125-48E7-99E5-FF2AE049C70B}" dt="2026-01-30T19:02:49.520" v="1087" actId="478"/>
          <ac:picMkLst>
            <pc:docMk/>
            <pc:sldMk cId="3620501741" sldId="288"/>
            <ac:picMk id="10" creationId="{565083B5-96D9-7A91-00E9-BBF336F88774}"/>
          </ac:picMkLst>
        </pc:picChg>
        <pc:picChg chg="add mod">
          <ac:chgData name="Renan Xavier Cortes" userId="d6af805853004405" providerId="LiveId" clId="{0BA8E8E9-B125-48E7-99E5-FF2AE049C70B}" dt="2026-01-30T19:09:06.863" v="1098" actId="1076"/>
          <ac:picMkLst>
            <pc:docMk/>
            <pc:sldMk cId="3620501741" sldId="288"/>
            <ac:picMk id="12" creationId="{18D42177-0419-B410-497F-34B298BD04D9}"/>
          </ac:picMkLst>
        </pc:picChg>
        <pc:picChg chg="del">
          <ac:chgData name="Renan Xavier Cortes" userId="d6af805853004405" providerId="LiveId" clId="{0BA8E8E9-B125-48E7-99E5-FF2AE049C70B}" dt="2026-01-30T19:02:48.868" v="1086" actId="478"/>
          <ac:picMkLst>
            <pc:docMk/>
            <pc:sldMk cId="3620501741" sldId="288"/>
            <ac:picMk id="14338" creationId="{CDAB66C6-0618-9AE7-E595-954FBCD556B2}"/>
          </ac:picMkLst>
        </pc:picChg>
        <pc:picChg chg="add mod">
          <ac:chgData name="Renan Xavier Cortes" userId="d6af805853004405" providerId="LiveId" clId="{0BA8E8E9-B125-48E7-99E5-FF2AE049C70B}" dt="2026-01-30T19:09:37.244" v="1103" actId="1076"/>
          <ac:picMkLst>
            <pc:docMk/>
            <pc:sldMk cId="3620501741" sldId="288"/>
            <ac:picMk id="17410" creationId="{646FC52F-E772-240C-A704-375581B943DC}"/>
          </ac:picMkLst>
        </pc:picChg>
      </pc:sldChg>
      <pc:sldChg chg="addSp delSp modSp add mod">
        <pc:chgData name="Renan Xavier Cortes" userId="d6af805853004405" providerId="LiveId" clId="{0BA8E8E9-B125-48E7-99E5-FF2AE049C70B}" dt="2026-01-30T19:14:24.953" v="1119" actId="14100"/>
        <pc:sldMkLst>
          <pc:docMk/>
          <pc:sldMk cId="1994638839" sldId="289"/>
        </pc:sldMkLst>
        <pc:picChg chg="del">
          <ac:chgData name="Renan Xavier Cortes" userId="d6af805853004405" providerId="LiveId" clId="{0BA8E8E9-B125-48E7-99E5-FF2AE049C70B}" dt="2026-01-30T19:03:29.633" v="1089" actId="478"/>
          <ac:picMkLst>
            <pc:docMk/>
            <pc:sldMk cId="1994638839" sldId="289"/>
            <ac:picMk id="5" creationId="{279B75A2-B6BA-F33E-A3C3-EB407279DC02}"/>
          </ac:picMkLst>
        </pc:picChg>
        <pc:picChg chg="add mod">
          <ac:chgData name="Renan Xavier Cortes" userId="d6af805853004405" providerId="LiveId" clId="{0BA8E8E9-B125-48E7-99E5-FF2AE049C70B}" dt="2026-01-30T19:03:34.152" v="1093" actId="1076"/>
          <ac:picMkLst>
            <pc:docMk/>
            <pc:sldMk cId="1994638839" sldId="289"/>
            <ac:picMk id="6" creationId="{F4C9F43A-D801-6C4C-749E-640F2B4DC58C}"/>
          </ac:picMkLst>
        </pc:picChg>
        <pc:picChg chg="add mod">
          <ac:chgData name="Renan Xavier Cortes" userId="d6af805853004405" providerId="LiveId" clId="{0BA8E8E9-B125-48E7-99E5-FF2AE049C70B}" dt="2026-01-30T19:14:15.363" v="1114" actId="1076"/>
          <ac:picMkLst>
            <pc:docMk/>
            <pc:sldMk cId="1994638839" sldId="289"/>
            <ac:picMk id="10" creationId="{5CAD7235-B047-7C66-1010-DB8A2C69C51B}"/>
          </ac:picMkLst>
        </pc:picChg>
        <pc:picChg chg="add mod">
          <ac:chgData name="Renan Xavier Cortes" userId="d6af805853004405" providerId="LiveId" clId="{0BA8E8E9-B125-48E7-99E5-FF2AE049C70B}" dt="2026-01-30T19:14:24.953" v="1119" actId="14100"/>
          <ac:picMkLst>
            <pc:docMk/>
            <pc:sldMk cId="1994638839" sldId="289"/>
            <ac:picMk id="16386" creationId="{CC896A00-DD0A-4FE9-2187-844C24166B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F8303-3E6A-4B9A-B114-90BC24763552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88D93-34D3-419D-AEF5-A26FFAFED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184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214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103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374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2252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5820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273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7952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2665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2550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33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447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0730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97775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3694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9994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2381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8252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44117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4322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81901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4822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61962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71394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9488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43084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02383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50481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824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A2F1A-6080-4971-A33A-95DF4E2C1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C7BBF8-A856-4691-86E9-61C95CD78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FDF215-E0F5-4E53-AFCC-DD74CE94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EECCCF-D57C-4E63-90AC-F37211C0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CD0B4D-A53B-4ED2-9A41-D4FC8427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47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B0EEA-4F78-4E38-9ED2-DD5AF755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B7117B-6FD5-4FBE-9BE2-CB00353D1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C21908-9106-40EE-9D59-7FE2DEE7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890C1E-550B-4128-A365-102682BC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3C078F-A828-40D5-A573-CA8EDC84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74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3BA94-E44D-4113-AB97-76F7ABA1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7903A6-EF30-44F9-88BA-82E7E926C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D12E0A-92EE-4787-8D04-1615ACA0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E9A5D4-A7CD-4E3F-AE31-CA24C20C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2A0D66-07D3-4854-B32E-832F2E21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271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5934C-0EDE-4057-BE6C-235C6077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C426AF-CEA6-4BDE-96F1-3CF3A57A8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770036-7E06-441B-9252-F2808F5CD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26713C-5551-4039-BBDD-7AAB6A60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64C2AE-FE0D-4A45-AD21-6FCABBCF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31E159-EE6F-4E08-A5B9-CD9707D5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89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64D24-94F1-4728-81BD-3B6331D4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0AED82-79E6-4099-8FF4-42649D89D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98FE2C-3ABE-4031-9129-CF7C9F7EF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113761-E86A-43EA-A9A3-750006308C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E22E0D-C9AF-4309-8053-9249474CD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3D3C56-41B0-422A-A943-B4EA7F9D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26DBC2-3AB1-49A5-8631-0CB38290F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F1EEBF-72E9-480C-B6A8-3609ADF1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765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7093A-EACA-4917-B9E7-FECB3B6F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E60EE8-DBED-4911-90A1-50437C091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8ECA24-10A4-4B51-B723-02B8B1DB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B8F9ADD-BBF7-41C6-A202-5B264A42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2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513048-08F8-4883-9EA5-1E7B6CCB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5399C3-67BB-4737-8C27-29F84E03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B27110-BB70-4555-BBAC-6ACBE33F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10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9EFBA-78F4-450C-92DB-9201AD1D8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31438-A0E9-47F4-837F-1A6FDF8B3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E379A0-52DC-45C9-A2AE-71834F8A8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AE1890-0E67-4F76-8EFC-E9CA29D7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847BF3-0E6B-47A4-8A7F-1AAFE8D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CAFA31-F597-4185-A24F-BB0C97C8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40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B7317-23BB-4E76-825A-3673A701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43038B-B844-4BDD-8294-B4014D052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F181FB-BAE0-425C-9A4E-B829AEC2C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A63716-0CEB-4049-86D9-B070FB9D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949B01-B8E0-4DDC-9830-7F85F3E9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52E4E6-64E5-45E0-91BC-5ACF0998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67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0216F-B8DE-46CC-96B5-D27A51CC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2720DD-91FF-4D7E-9FFA-BC396519B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DBDF20-FCA5-4827-B32B-BF615E94F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82B8FE-20B3-4543-BF01-B49FDA7B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9FD039-C296-45D4-B0F9-9D693ACD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75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60417A-1345-44E5-9494-1F390040F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E643A3-BCAB-4E6B-B54F-CFF16EC5E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4B49B7-665F-4BDD-A62C-828FCF54E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D7CB32-49A2-409E-AC2E-CAAD16A5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D66B1A-67AB-47F4-A2BF-62E81C6F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10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D1743C5-3550-4161-8C2E-999F18D2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512811-F0AC-47D3-A496-FF7F3F32E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DA4EB-2FEF-438C-8FB9-E48B1F950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CE400-4242-4B09-9036-D13CC6199FDE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6CDAF4-4CC6-4E3B-B309-E38CAC19A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EC0242-51F6-4031-8024-8A8EE0CB4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92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www.ufrgs.br/probabilidade-estatistica/slides/slides_2/2-2_Var%20aleatorias%20continuas%20e%20distribuicoes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ufrgs.br/probabilidade-estatistica/slides/slides_1/1-7_Probabilidade_condicional%20e%20bayes.pdf" TargetMode="External"/><Relationship Id="rId5" Type="http://schemas.openxmlformats.org/officeDocument/2006/relationships/hyperlink" Target="https://www.ufrgs.br/probabilidade-estatistica/slides/slides_1/1-6_Probabilidade_introducao%20e%20teoremas.pdf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5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20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1.jpe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jpeg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jpeg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jpeg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jpeg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artofstat.com/web-apps" TargetMode="External"/><Relationship Id="rId3" Type="http://schemas.openxmlformats.org/officeDocument/2006/relationships/image" Target="../media/image1.jpeg"/><Relationship Id="rId7" Type="http://schemas.openxmlformats.org/officeDocument/2006/relationships/hyperlink" Target="https://istats.shinyapps.io/NormalDist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ufrgs.br/probabilidade-estatistica/slides/slides_2/2-2_Var%20aleatorias%20continuas%20e%20distribuicoes.pdf" TargetMode="External"/><Relationship Id="rId5" Type="http://schemas.openxmlformats.org/officeDocument/2006/relationships/hyperlink" Target="https://www.youtube.com/watch?v=8kDmCdkRtCw&amp;list=PLtp3GnkVc7KiqrD6r9S23Twjl5aaCRmNb&amp;index=7" TargetMode="Externa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BAB02-4578-42EC-A9FB-F44468970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  <a:t>MAT02201 – Métodos Estatísticos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4682F1-DCA0-4D32-9C18-17426E59B2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5">
                    <a:lumMod val="50000"/>
                  </a:schemeClr>
                </a:solidFill>
              </a:rPr>
              <a:t>Prof. Renan Xavier Cortes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49A408B-D762-44A8-8FB9-8DC0FA83E7C6}"/>
              </a:ext>
            </a:extLst>
          </p:cNvPr>
          <p:cNvSpPr txBox="1"/>
          <p:nvPr/>
        </p:nvSpPr>
        <p:spPr>
          <a:xfrm>
            <a:off x="1826455" y="4429919"/>
            <a:ext cx="8539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/>
              <a:t>Probabilidade</a:t>
            </a:r>
          </a:p>
        </p:txBody>
      </p:sp>
      <p:pic>
        <p:nvPicPr>
          <p:cNvPr id="6" name="Picture 2" descr="UFRGS na Serra | Visão de futuro e coragem para inovar">
            <a:extLst>
              <a:ext uri="{FF2B5EF4-FFF2-40B4-BE49-F238E27FC236}">
                <a16:creationId xmlns:a16="http://schemas.microsoft.com/office/drawing/2014/main" id="{4A7AADD9-77E1-D9FD-8C50-C80FC3FC3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F6889B0-5ADD-C328-CACF-DD27112D4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73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4992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Cronograma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154334"/>
            <a:ext cx="10310191" cy="3990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Noções de probabilidade. 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Axiomas.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Probabilidade condicional.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Aplicação da probabilidade condicional.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Eventos independentes.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Distribuição normal.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Aplicações da distribuição normal.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7249BF7-3572-1EF7-C5D9-0169AD177983}"/>
              </a:ext>
            </a:extLst>
          </p:cNvPr>
          <p:cNvSpPr txBox="1"/>
          <p:nvPr/>
        </p:nvSpPr>
        <p:spPr>
          <a:xfrm>
            <a:off x="940904" y="5475907"/>
            <a:ext cx="1070843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Recomenda-se a leitura de </a:t>
            </a:r>
          </a:p>
          <a:p>
            <a:pPr marL="171450" indent="-171450">
              <a:buFontTx/>
              <a:buChar char="-"/>
            </a:pPr>
            <a:r>
              <a:rPr lang="pt-BR" sz="1100" dirty="0">
                <a:hlinkClick r:id="rId5"/>
              </a:rPr>
              <a:t>https://www.ufrgs.br/probabilidade-estatistica/slides/slides_1/1-6_Probabilidade_introducao%20e%20teoremas.pdf</a:t>
            </a:r>
            <a:endParaRPr lang="pt-BR" sz="1100" dirty="0"/>
          </a:p>
          <a:p>
            <a:pPr marL="171450" indent="-171450">
              <a:buFontTx/>
              <a:buChar char="-"/>
            </a:pPr>
            <a:r>
              <a:rPr lang="pt-BR" sz="1100" dirty="0">
                <a:hlinkClick r:id="rId6"/>
              </a:rPr>
              <a:t>https://www.ufrgs.br/probabilidade-estatistica/slides/slides_1/1-7_Probabilidade_condicional%20e%20bayes.pdf</a:t>
            </a:r>
            <a:r>
              <a:rPr lang="pt-BR" sz="1100" dirty="0"/>
              <a:t> (exceto Teorema da Probabilidade Total e Teorema de </a:t>
            </a:r>
            <a:r>
              <a:rPr lang="pt-BR" sz="1100" dirty="0" err="1"/>
              <a:t>Bayes</a:t>
            </a:r>
            <a:r>
              <a:rPr lang="pt-BR" sz="1100" dirty="0"/>
              <a:t>)</a:t>
            </a:r>
          </a:p>
          <a:p>
            <a:pPr marL="171450" indent="-171450">
              <a:buFontTx/>
              <a:buChar char="-"/>
            </a:pPr>
            <a:r>
              <a:rPr lang="pt-BR" sz="1100" dirty="0">
                <a:hlinkClick r:id="rId7"/>
              </a:rPr>
              <a:t>https://www.ufrgs.br/probabilidade-estatistica/slides/slides_2/2-2_Var%20aleatorias%20continuas%20e%20distribuicoes.pdf</a:t>
            </a:r>
            <a:r>
              <a:rPr lang="pt-BR" sz="1100" dirty="0"/>
              <a:t> (somente Item 3: Distribuição Normal)</a:t>
            </a:r>
          </a:p>
          <a:p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1859719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3" y="970671"/>
            <a:ext cx="10310191" cy="172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Mas... Porque estudar probabilidade?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4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400" b="1" dirty="0"/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C895CA6-530E-5D97-B9D6-6CC4B0290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3305" y="1794363"/>
            <a:ext cx="7305389" cy="486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57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945289"/>
            <a:ext cx="10310191" cy="172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Mas... Porque estudar probabilidade?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4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400" b="1" dirty="0"/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E5F8CCC-D9FC-CC11-4349-AD81AAA3BE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616" y="1574484"/>
            <a:ext cx="6560556" cy="508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58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341732"/>
            <a:ext cx="10310191" cy="3607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Mas... Porque estudar probabilidade?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endParaRPr lang="pt-BR" sz="24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Em resumo, de maneira simplificada:</a:t>
            </a:r>
          </a:p>
          <a:p>
            <a:pPr algn="ctr">
              <a:lnSpc>
                <a:spcPct val="150000"/>
              </a:lnSpc>
              <a:spcAft>
                <a:spcPts val="110"/>
              </a:spcAft>
            </a:pPr>
            <a:r>
              <a:rPr lang="pt-BR" sz="3200" b="1" dirty="0"/>
              <a:t>Estatística = Matemática + Erro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4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400" b="1" dirty="0"/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2E5D54EF-8EDF-9221-C3F8-EC312E34F55E}"/>
              </a:ext>
            </a:extLst>
          </p:cNvPr>
          <p:cNvSpPr/>
          <p:nvPr/>
        </p:nvSpPr>
        <p:spPr>
          <a:xfrm rot="10800000">
            <a:off x="8095611" y="4083114"/>
            <a:ext cx="479685" cy="62958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DFB554A-8CC3-D666-D47B-5E362ACD22B9}"/>
              </a:ext>
            </a:extLst>
          </p:cNvPr>
          <p:cNvSpPr txBox="1"/>
          <p:nvPr/>
        </p:nvSpPr>
        <p:spPr>
          <a:xfrm>
            <a:off x="6581603" y="5051705"/>
            <a:ext cx="3507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Se conseguimos estudar/medir esse erro com probabilidade, temos uma informação útil</a:t>
            </a:r>
          </a:p>
        </p:txBody>
      </p:sp>
    </p:spTree>
    <p:extLst>
      <p:ext uri="{BB962C8B-B14F-4D97-AF65-F5344CB8AC3E}">
        <p14:creationId xmlns:p14="http://schemas.microsoft.com/office/powerpoint/2010/main" val="1909341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465223"/>
            <a:ext cx="10436630" cy="3977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Probabilidade: mede o grau de incerteza associado a eventos aleatórios.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Experimento aleatório: resultado não é previsível com certeza.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Espaço amostral (Notação: Ω ou S): conjunto de todos os resultados possíveis.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Realização de um elemento do espaço amostral (Notação: </a:t>
            </a:r>
            <a:r>
              <a:rPr lang="pt-BR" sz="2400" b="1" i="1" dirty="0"/>
              <a:t>x</a:t>
            </a:r>
            <a:r>
              <a:rPr lang="pt-BR" sz="2400" b="1" dirty="0"/>
              <a:t>)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Evento: subconjunto do espaço amostral (Usualmente denotado por letras como A, B, C, ...)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Exemplo: ocorrência de chuva em um dia de plantio.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Quando vai chover? Veja a previsão para o período de plantio da soja">
            <a:extLst>
              <a:ext uri="{FF2B5EF4-FFF2-40B4-BE49-F238E27FC236}">
                <a16:creationId xmlns:a16="http://schemas.microsoft.com/office/drawing/2014/main" id="{2ECD04C3-CFAF-0324-68EB-D5C3DA0DE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5532" y="4316155"/>
            <a:ext cx="2859018" cy="189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823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62A550A-2F15-4636-BB02-A7AFDEC69830}"/>
              </a:ext>
            </a:extLst>
          </p:cNvPr>
          <p:cNvSpPr txBox="1"/>
          <p:nvPr/>
        </p:nvSpPr>
        <p:spPr>
          <a:xfrm>
            <a:off x="2312637" y="6528936"/>
            <a:ext cx="6605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Retirado de https://bendeivide.</a:t>
            </a:r>
            <a:r>
              <a:rPr lang="pt-BR" sz="1200" i="1" dirty="0"/>
              <a:t>github</a:t>
            </a:r>
            <a:r>
              <a:rPr lang="pt-BR" sz="1100" i="1" dirty="0"/>
              <a:t>.io/book-estbasica/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B0C3A4B-E646-9755-88FC-E2E771B3C6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149" y="1258433"/>
            <a:ext cx="8075978" cy="4858288"/>
          </a:xfrm>
          <a:prstGeom prst="rect">
            <a:avLst/>
          </a:prstGeom>
        </p:spPr>
      </p:pic>
      <p:pic>
        <p:nvPicPr>
          <p:cNvPr id="2050" name="Picture 2" descr="Sementes de feijão: uma tecnologia promissora! - AgroPós">
            <a:extLst>
              <a:ext uri="{FF2B5EF4-FFF2-40B4-BE49-F238E27FC236}">
                <a16:creationId xmlns:a16="http://schemas.microsoft.com/office/drawing/2014/main" id="{A76A00DB-272A-A4A1-FFDF-8E789AAEC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7990" y="199888"/>
            <a:ext cx="2976539" cy="186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ezerro: quais são os primeiros cuidados desde o nascimento? - Giro do Boi">
            <a:extLst>
              <a:ext uri="{FF2B5EF4-FFF2-40B4-BE49-F238E27FC236}">
                <a16:creationId xmlns:a16="http://schemas.microsoft.com/office/drawing/2014/main" id="{5BE793D9-65ED-0915-373B-768C5008C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053" y="4401964"/>
            <a:ext cx="2943935" cy="165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9BCE7AE-79CC-B98A-709D-6994CB4CB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0334" y="2335517"/>
            <a:ext cx="2976542" cy="186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2666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62A550A-2F15-4636-BB02-A7AFDEC69830}"/>
              </a:ext>
            </a:extLst>
          </p:cNvPr>
          <p:cNvSpPr txBox="1"/>
          <p:nvPr/>
        </p:nvSpPr>
        <p:spPr>
          <a:xfrm>
            <a:off x="2312637" y="6528936"/>
            <a:ext cx="6605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Retirado de https://bendeivide.</a:t>
            </a:r>
            <a:r>
              <a:rPr lang="pt-BR" sz="1200" i="1" dirty="0"/>
              <a:t>github</a:t>
            </a:r>
            <a:r>
              <a:rPr lang="pt-BR" sz="1100" i="1" dirty="0"/>
              <a:t>.io/book-estbasica/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70E8938-816E-96D5-3D90-4A9A5E8C01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012" y="1419664"/>
            <a:ext cx="7748050" cy="4411374"/>
          </a:xfrm>
          <a:prstGeom prst="rect">
            <a:avLst/>
          </a:prstGeom>
        </p:spPr>
      </p:pic>
      <p:pic>
        <p:nvPicPr>
          <p:cNvPr id="12" name="Picture 2" descr="Sementes de feijão: uma tecnologia promissora! - AgroPós">
            <a:extLst>
              <a:ext uri="{FF2B5EF4-FFF2-40B4-BE49-F238E27FC236}">
                <a16:creationId xmlns:a16="http://schemas.microsoft.com/office/drawing/2014/main" id="{0B47C1E1-03D9-ED60-4E23-13F4EA0FB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7990" y="199888"/>
            <a:ext cx="2976539" cy="186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Bezerro: quais são os primeiros cuidados desde o nascimento? - Giro do Boi">
            <a:extLst>
              <a:ext uri="{FF2B5EF4-FFF2-40B4-BE49-F238E27FC236}">
                <a16:creationId xmlns:a16="http://schemas.microsoft.com/office/drawing/2014/main" id="{49A2C581-1E65-C7D6-94C3-75286C7A3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053" y="4401964"/>
            <a:ext cx="2943935" cy="165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4DCEA58F-B876-5015-1187-521DA70C8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0334" y="2335517"/>
            <a:ext cx="2976542" cy="186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E7106CB5-7F89-F4D2-44B0-0E81A2C67196}"/>
              </a:ext>
            </a:extLst>
          </p:cNvPr>
          <p:cNvCxnSpPr>
            <a:cxnSpLocks/>
          </p:cNvCxnSpPr>
          <p:nvPr/>
        </p:nvCxnSpPr>
        <p:spPr>
          <a:xfrm flipV="1">
            <a:off x="7850724" y="1295211"/>
            <a:ext cx="804796" cy="14592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F071B6CF-B542-8813-12E5-A73F8810C3DC}"/>
              </a:ext>
            </a:extLst>
          </p:cNvPr>
          <p:cNvCxnSpPr>
            <a:cxnSpLocks/>
          </p:cNvCxnSpPr>
          <p:nvPr/>
        </p:nvCxnSpPr>
        <p:spPr>
          <a:xfrm flipV="1">
            <a:off x="7813134" y="3452333"/>
            <a:ext cx="842386" cy="23524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005A54FA-7973-EE1A-E4E0-3ECC838842B5}"/>
              </a:ext>
            </a:extLst>
          </p:cNvPr>
          <p:cNvCxnSpPr>
            <a:cxnSpLocks/>
          </p:cNvCxnSpPr>
          <p:nvPr/>
        </p:nvCxnSpPr>
        <p:spPr>
          <a:xfrm>
            <a:off x="7813134" y="4596711"/>
            <a:ext cx="842386" cy="6480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455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62A550A-2F15-4636-BB02-A7AFDEC69830}"/>
              </a:ext>
            </a:extLst>
          </p:cNvPr>
          <p:cNvSpPr txBox="1"/>
          <p:nvPr/>
        </p:nvSpPr>
        <p:spPr>
          <a:xfrm>
            <a:off x="2312637" y="6528936"/>
            <a:ext cx="6605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Retirado de https://bendeivide.</a:t>
            </a:r>
            <a:r>
              <a:rPr lang="pt-BR" sz="1200" i="1" dirty="0"/>
              <a:t>github</a:t>
            </a:r>
            <a:r>
              <a:rPr lang="pt-BR" sz="1100" i="1" dirty="0"/>
              <a:t>.io/book-estbasica/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5548243-DC20-19F6-0CF6-F0423F5A8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739" y="1932152"/>
            <a:ext cx="8109236" cy="2993695"/>
          </a:xfrm>
          <a:prstGeom prst="rect">
            <a:avLst/>
          </a:prstGeom>
        </p:spPr>
      </p:pic>
      <p:pic>
        <p:nvPicPr>
          <p:cNvPr id="10" name="Picture 4" descr="Bezerro: quais são os primeiros cuidados desde o nascimento? - Giro do Boi">
            <a:extLst>
              <a:ext uri="{FF2B5EF4-FFF2-40B4-BE49-F238E27FC236}">
                <a16:creationId xmlns:a16="http://schemas.microsoft.com/office/drawing/2014/main" id="{F35CA17B-F311-5078-6080-8240A0449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7990" y="2601017"/>
            <a:ext cx="2943935" cy="165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505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62A550A-2F15-4636-BB02-A7AFDEC69830}"/>
              </a:ext>
            </a:extLst>
          </p:cNvPr>
          <p:cNvSpPr txBox="1"/>
          <p:nvPr/>
        </p:nvSpPr>
        <p:spPr>
          <a:xfrm>
            <a:off x="2312637" y="6528936"/>
            <a:ext cx="6605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Retirado de https://bendeivide.</a:t>
            </a:r>
            <a:r>
              <a:rPr lang="pt-BR" sz="1200" i="1" dirty="0"/>
              <a:t>github</a:t>
            </a:r>
            <a:r>
              <a:rPr lang="pt-BR" sz="1100" i="1" dirty="0"/>
              <a:t>.io/book-estbasica/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E856802-787A-D682-22C5-06C8832CB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3494" y="1310006"/>
            <a:ext cx="8145012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1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62A550A-2F15-4636-BB02-A7AFDEC69830}"/>
              </a:ext>
            </a:extLst>
          </p:cNvPr>
          <p:cNvSpPr txBox="1"/>
          <p:nvPr/>
        </p:nvSpPr>
        <p:spPr>
          <a:xfrm>
            <a:off x="2312637" y="6528936"/>
            <a:ext cx="6605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Retirado de https://bendeivide.</a:t>
            </a:r>
            <a:r>
              <a:rPr lang="pt-BR" sz="1200" i="1" dirty="0"/>
              <a:t>github</a:t>
            </a:r>
            <a:r>
              <a:rPr lang="pt-BR" sz="1100" i="1" dirty="0"/>
              <a:t>.io/book-estbasica/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0190196-2E02-7A18-546D-54A86AB98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4500" y="1427723"/>
            <a:ext cx="7012788" cy="464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51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62A550A-2F15-4636-BB02-A7AFDEC69830}"/>
              </a:ext>
            </a:extLst>
          </p:cNvPr>
          <p:cNvSpPr txBox="1"/>
          <p:nvPr/>
        </p:nvSpPr>
        <p:spPr>
          <a:xfrm>
            <a:off x="2312637" y="6528936"/>
            <a:ext cx="6605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Retirado de https://bendeivide.</a:t>
            </a:r>
            <a:r>
              <a:rPr lang="pt-BR" sz="1200" i="1" dirty="0"/>
              <a:t>github</a:t>
            </a:r>
            <a:r>
              <a:rPr lang="pt-BR" sz="1100" i="1" dirty="0"/>
              <a:t>.io/book-estbasica/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05B313-951B-5977-E88E-CF28498EE4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7836" y="1153879"/>
            <a:ext cx="7716327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3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308FE184-6C56-9D42-773F-1DCFFC275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39" y="1557076"/>
            <a:ext cx="5772956" cy="4324954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ídeo mostra mudança na posição do Sol ao longo do ano; veja | CNN Brasil">
            <a:extLst>
              <a:ext uri="{FF2B5EF4-FFF2-40B4-BE49-F238E27FC236}">
                <a16:creationId xmlns:a16="http://schemas.microsoft.com/office/drawing/2014/main" id="{57ADB0D6-6A3D-AE20-35AD-B2ABE7542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38621"/>
            <a:ext cx="3235470" cy="18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vanço de massa de ar frio traz possibilidade de neve ao Sul do Brasil">
            <a:extLst>
              <a:ext uri="{FF2B5EF4-FFF2-40B4-BE49-F238E27FC236}">
                <a16:creationId xmlns:a16="http://schemas.microsoft.com/office/drawing/2014/main" id="{E98D23B3-90C5-4022-D3CB-160722E78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514" y="4819839"/>
            <a:ext cx="2668319" cy="200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a Niña: tudo o que você precisa saber sobre o fenômeno">
            <a:extLst>
              <a:ext uri="{FF2B5EF4-FFF2-40B4-BE49-F238E27FC236}">
                <a16:creationId xmlns:a16="http://schemas.microsoft.com/office/drawing/2014/main" id="{FB03CAC7-045E-B1C3-B473-90DDC29C7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055" y="522577"/>
            <a:ext cx="4137996" cy="206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45914F84-2AFC-E06E-B865-F58B011212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2617" y="5136233"/>
            <a:ext cx="3935593" cy="1370430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913C3DE4-3A8A-D531-2A5A-A597181D4470}"/>
              </a:ext>
            </a:extLst>
          </p:cNvPr>
          <p:cNvSpPr txBox="1"/>
          <p:nvPr/>
        </p:nvSpPr>
        <p:spPr>
          <a:xfrm>
            <a:off x="3562616" y="4819839"/>
            <a:ext cx="1773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Suponha:</a:t>
            </a:r>
          </a:p>
        </p:txBody>
      </p:sp>
    </p:spTree>
    <p:extLst>
      <p:ext uri="{BB962C8B-B14F-4D97-AF65-F5344CB8AC3E}">
        <p14:creationId xmlns:p14="http://schemas.microsoft.com/office/powerpoint/2010/main" val="2840655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825CB19D-9C3D-6360-59DB-3E9ECB421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29" y="2386041"/>
            <a:ext cx="5409952" cy="3919021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ídeo mostra mudança na posição do Sol ao longo do ano; veja | CNN Brasil">
            <a:extLst>
              <a:ext uri="{FF2B5EF4-FFF2-40B4-BE49-F238E27FC236}">
                <a16:creationId xmlns:a16="http://schemas.microsoft.com/office/drawing/2014/main" id="{57ADB0D6-6A3D-AE20-35AD-B2ABE7542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38621"/>
            <a:ext cx="3235470" cy="18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vanço de massa de ar frio traz possibilidade de neve ao Sul do Brasil">
            <a:extLst>
              <a:ext uri="{FF2B5EF4-FFF2-40B4-BE49-F238E27FC236}">
                <a16:creationId xmlns:a16="http://schemas.microsoft.com/office/drawing/2014/main" id="{E98D23B3-90C5-4022-D3CB-160722E78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514" y="4819839"/>
            <a:ext cx="2668319" cy="200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a Niña: tudo o que você precisa saber sobre o fenômeno">
            <a:extLst>
              <a:ext uri="{FF2B5EF4-FFF2-40B4-BE49-F238E27FC236}">
                <a16:creationId xmlns:a16="http://schemas.microsoft.com/office/drawing/2014/main" id="{FB03CAC7-045E-B1C3-B473-90DDC29C7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055" y="522577"/>
            <a:ext cx="4137996" cy="206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525EF00-964E-354D-661E-92718A1079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189" y="1385776"/>
            <a:ext cx="6049219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69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ídeo mostra mudança na posição do Sol ao longo do ano; veja | CNN Brasil">
            <a:extLst>
              <a:ext uri="{FF2B5EF4-FFF2-40B4-BE49-F238E27FC236}">
                <a16:creationId xmlns:a16="http://schemas.microsoft.com/office/drawing/2014/main" id="{57ADB0D6-6A3D-AE20-35AD-B2ABE7542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38621"/>
            <a:ext cx="3235470" cy="18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vanço de massa de ar frio traz possibilidade de neve ao Sul do Brasil">
            <a:extLst>
              <a:ext uri="{FF2B5EF4-FFF2-40B4-BE49-F238E27FC236}">
                <a16:creationId xmlns:a16="http://schemas.microsoft.com/office/drawing/2014/main" id="{E98D23B3-90C5-4022-D3CB-160722E78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514" y="4819839"/>
            <a:ext cx="2668319" cy="200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a Niña: tudo o que você precisa saber sobre o fenômeno">
            <a:extLst>
              <a:ext uri="{FF2B5EF4-FFF2-40B4-BE49-F238E27FC236}">
                <a16:creationId xmlns:a16="http://schemas.microsoft.com/office/drawing/2014/main" id="{FB03CAC7-045E-B1C3-B473-90DDC29C7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055" y="522577"/>
            <a:ext cx="4137996" cy="206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A088035-284C-0DD3-25F0-C19E15ECD2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922" y="1371832"/>
            <a:ext cx="5734850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902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62A550A-2F15-4636-BB02-A7AFDEC69830}"/>
              </a:ext>
            </a:extLst>
          </p:cNvPr>
          <p:cNvSpPr txBox="1"/>
          <p:nvPr/>
        </p:nvSpPr>
        <p:spPr>
          <a:xfrm>
            <a:off x="2312637" y="6528936"/>
            <a:ext cx="6605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Retirado de https://bendeivide.</a:t>
            </a:r>
            <a:r>
              <a:rPr lang="pt-BR" sz="1200" i="1" dirty="0"/>
              <a:t>github</a:t>
            </a:r>
            <a:r>
              <a:rPr lang="pt-BR" sz="1100" i="1" dirty="0"/>
              <a:t>.io/book-estbasica/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F0E9E02-B6BD-7150-1857-726D91D6A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1314" y="1183012"/>
            <a:ext cx="8269372" cy="49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63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62A550A-2F15-4636-BB02-A7AFDEC69830}"/>
              </a:ext>
            </a:extLst>
          </p:cNvPr>
          <p:cNvSpPr txBox="1"/>
          <p:nvPr/>
        </p:nvSpPr>
        <p:spPr>
          <a:xfrm>
            <a:off x="2312637" y="6528936"/>
            <a:ext cx="6605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Retirado de https://bendeivide.</a:t>
            </a:r>
            <a:r>
              <a:rPr lang="pt-BR" sz="1200" i="1" dirty="0"/>
              <a:t>github</a:t>
            </a:r>
            <a:r>
              <a:rPr lang="pt-BR" sz="1100" i="1" dirty="0"/>
              <a:t>.io/book-estbasica/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690F61B-5402-166B-8F74-D9367B042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319" y="1183930"/>
            <a:ext cx="6703542" cy="5131748"/>
          </a:xfrm>
          <a:prstGeom prst="rect">
            <a:avLst/>
          </a:prstGeom>
        </p:spPr>
      </p:pic>
      <p:pic>
        <p:nvPicPr>
          <p:cNvPr id="9" name="Picture 4" descr="Bezerro: quais são os primeiros cuidados desde o nascimento? - Giro do Boi">
            <a:extLst>
              <a:ext uri="{FF2B5EF4-FFF2-40B4-BE49-F238E27FC236}">
                <a16:creationId xmlns:a16="http://schemas.microsoft.com/office/drawing/2014/main" id="{8FD909AA-C2A9-23D4-E024-5E3A34868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268" y="1094278"/>
            <a:ext cx="2943935" cy="165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AF7500E-0FD6-9D18-E265-F8976B0BE7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12264" y="1526072"/>
            <a:ext cx="656565" cy="1011084"/>
          </a:xfrm>
          <a:prstGeom prst="rect">
            <a:avLst/>
          </a:prstGeom>
        </p:spPr>
      </p:pic>
      <p:pic>
        <p:nvPicPr>
          <p:cNvPr id="12" name="Picture 4" descr="Bezerro: quais são os primeiros cuidados desde o nascimento? - Giro do Boi">
            <a:extLst>
              <a:ext uri="{FF2B5EF4-FFF2-40B4-BE49-F238E27FC236}">
                <a16:creationId xmlns:a16="http://schemas.microsoft.com/office/drawing/2014/main" id="{6D6A8C76-15A1-24C1-032F-00139C420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268" y="2825411"/>
            <a:ext cx="2943935" cy="165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A57801E-AA5A-2D69-C84B-123ADCF4A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12264" y="3188459"/>
            <a:ext cx="656565" cy="1011084"/>
          </a:xfrm>
          <a:prstGeom prst="rect">
            <a:avLst/>
          </a:prstGeom>
        </p:spPr>
      </p:pic>
      <p:pic>
        <p:nvPicPr>
          <p:cNvPr id="14" name="Picture 4" descr="Bezerro: quais são os primeiros cuidados desde o nascimento? - Giro do Boi">
            <a:extLst>
              <a:ext uri="{FF2B5EF4-FFF2-40B4-BE49-F238E27FC236}">
                <a16:creationId xmlns:a16="http://schemas.microsoft.com/office/drawing/2014/main" id="{32897309-F13B-17A8-BBF3-7E0D76BAB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268" y="4572895"/>
            <a:ext cx="2943935" cy="165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D30F2AF-B4A0-4FE8-B6C9-CB62A15F2E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95301" y="4966740"/>
            <a:ext cx="673618" cy="101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55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de Probabilidade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AE3E721-51B2-F118-C887-EA3336A7AE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160" y="1293214"/>
            <a:ext cx="7048372" cy="4919294"/>
          </a:xfrm>
          <a:prstGeom prst="rect">
            <a:avLst/>
          </a:prstGeom>
        </p:spPr>
      </p:pic>
      <p:pic>
        <p:nvPicPr>
          <p:cNvPr id="2052" name="Picture 4" descr="Operações com conjuntos: como realizá-las? - PrePara ENEM">
            <a:extLst>
              <a:ext uri="{FF2B5EF4-FFF2-40B4-BE49-F238E27FC236}">
                <a16:creationId xmlns:a16="http://schemas.microsoft.com/office/drawing/2014/main" id="{90CE715F-E9E1-CDCE-F8A8-081824114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2068" y="984148"/>
            <a:ext cx="3069971" cy="211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7C113A8-EF71-5036-170D-0E7E18638AC8}"/>
              </a:ext>
            </a:extLst>
          </p:cNvPr>
          <p:cNvSpPr txBox="1"/>
          <p:nvPr/>
        </p:nvSpPr>
        <p:spPr>
          <a:xfrm>
            <a:off x="10038882" y="481213"/>
            <a:ext cx="1116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A</a:t>
            </a:r>
            <a:r>
              <a:rPr lang="pt-BR" sz="2800" b="1" baseline="30000" dirty="0"/>
              <a:t>c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644FA0E-EA0B-5AC4-AD2B-7AE6604109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4340" y="3945242"/>
            <a:ext cx="2505425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912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Probabilidade Condicional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62A550A-2F15-4636-BB02-A7AFDEC69830}"/>
              </a:ext>
            </a:extLst>
          </p:cNvPr>
          <p:cNvSpPr txBox="1"/>
          <p:nvPr/>
        </p:nvSpPr>
        <p:spPr>
          <a:xfrm>
            <a:off x="2312637" y="6528936"/>
            <a:ext cx="6605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Retirado de https://bendeivide.</a:t>
            </a:r>
            <a:r>
              <a:rPr lang="pt-BR" sz="1200" i="1" dirty="0"/>
              <a:t>github</a:t>
            </a:r>
            <a:r>
              <a:rPr lang="pt-BR" sz="1100" i="1" dirty="0"/>
              <a:t>.io/book-estbasica/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7D557E0-DD50-7ABD-B2DD-767702F2EE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070" y="1305502"/>
            <a:ext cx="7957860" cy="424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196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Probabilidade Condicional - Exemplo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08B737C-8145-7BFE-FCDF-381BA33AF1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261" y="2289199"/>
            <a:ext cx="7941271" cy="2921209"/>
          </a:xfrm>
          <a:prstGeom prst="rect">
            <a:avLst/>
          </a:prstGeom>
        </p:spPr>
      </p:pic>
      <p:pic>
        <p:nvPicPr>
          <p:cNvPr id="8194" name="Picture 2" descr="Quais são as doenças reprodutivas mais comuns em bovinos? | Cursos a  Distância CPT">
            <a:extLst>
              <a:ext uri="{FF2B5EF4-FFF2-40B4-BE49-F238E27FC236}">
                <a16:creationId xmlns:a16="http://schemas.microsoft.com/office/drawing/2014/main" id="{7970CB1E-EE2C-69A6-1A5B-4631D0F24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2010" y="726181"/>
            <a:ext cx="2465729" cy="1643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A tuberculose bovina e a forma comum de transmissão | VET Profissional">
            <a:extLst>
              <a:ext uri="{FF2B5EF4-FFF2-40B4-BE49-F238E27FC236}">
                <a16:creationId xmlns:a16="http://schemas.microsoft.com/office/drawing/2014/main" id="{F2E65E73-6B5F-E0E6-27A4-42A00A259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7119" y="2506096"/>
            <a:ext cx="2509089" cy="1674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A brucelose bovina é perigosa? Sim! Conheça a doença e aprenda a evitá-la |  Artigos | Cursos a Distância CPT">
            <a:extLst>
              <a:ext uri="{FF2B5EF4-FFF2-40B4-BE49-F238E27FC236}">
                <a16:creationId xmlns:a16="http://schemas.microsoft.com/office/drawing/2014/main" id="{E97D8134-40AF-5373-E7E2-5CCB3CFFA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926" y="4299504"/>
            <a:ext cx="2772813" cy="184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742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Probabilidade Condicional - Exemplo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Quais são as doenças reprodutivas mais comuns em bovinos? | Cursos a  Distância CPT">
            <a:extLst>
              <a:ext uri="{FF2B5EF4-FFF2-40B4-BE49-F238E27FC236}">
                <a16:creationId xmlns:a16="http://schemas.microsoft.com/office/drawing/2014/main" id="{7970CB1E-EE2C-69A6-1A5B-4631D0F24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2010" y="726181"/>
            <a:ext cx="2465729" cy="1643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A tuberculose bovina e a forma comum de transmissão | VET Profissional">
            <a:extLst>
              <a:ext uri="{FF2B5EF4-FFF2-40B4-BE49-F238E27FC236}">
                <a16:creationId xmlns:a16="http://schemas.microsoft.com/office/drawing/2014/main" id="{F2E65E73-6B5F-E0E6-27A4-42A00A259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7119" y="2506096"/>
            <a:ext cx="2509089" cy="1674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A brucelose bovina é perigosa? Sim! Conheça a doença e aprenda a evitá-la |  Artigos | Cursos a Distância CPT">
            <a:extLst>
              <a:ext uri="{FF2B5EF4-FFF2-40B4-BE49-F238E27FC236}">
                <a16:creationId xmlns:a16="http://schemas.microsoft.com/office/drawing/2014/main" id="{E97D8134-40AF-5373-E7E2-5CCB3CFFA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926" y="4299504"/>
            <a:ext cx="2772813" cy="184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25DA5BA-4D30-9F50-9329-150EA30B0C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261" y="1095124"/>
            <a:ext cx="7523870" cy="343724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4ADE215-616E-3921-CFFC-97D1BE6B63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436" y="4842493"/>
            <a:ext cx="5146695" cy="181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864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Probabilidade Condicional - Exemplo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Quais são as doenças reprodutivas mais comuns em bovinos? | Cursos a  Distância CPT">
            <a:extLst>
              <a:ext uri="{FF2B5EF4-FFF2-40B4-BE49-F238E27FC236}">
                <a16:creationId xmlns:a16="http://schemas.microsoft.com/office/drawing/2014/main" id="{7970CB1E-EE2C-69A6-1A5B-4631D0F24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2010" y="726181"/>
            <a:ext cx="2465729" cy="1643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A tuberculose bovina e a forma comum de transmissão | VET Profissional">
            <a:extLst>
              <a:ext uri="{FF2B5EF4-FFF2-40B4-BE49-F238E27FC236}">
                <a16:creationId xmlns:a16="http://schemas.microsoft.com/office/drawing/2014/main" id="{F2E65E73-6B5F-E0E6-27A4-42A00A259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7119" y="2506096"/>
            <a:ext cx="2509089" cy="1674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A brucelose bovina é perigosa? Sim! Conheça a doença e aprenda a evitá-la |  Artigos | Cursos a Distância CPT">
            <a:extLst>
              <a:ext uri="{FF2B5EF4-FFF2-40B4-BE49-F238E27FC236}">
                <a16:creationId xmlns:a16="http://schemas.microsoft.com/office/drawing/2014/main" id="{E97D8134-40AF-5373-E7E2-5CCB3CFFA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926" y="4299504"/>
            <a:ext cx="2772813" cy="184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5485C8C-5E00-4461-E0D0-DFB708348D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189" y="1420764"/>
            <a:ext cx="5820587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205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Probabilidade Condicional - Exemplo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Quais são as doenças reprodutivas mais comuns em bovinos? | Cursos a  Distância CPT">
            <a:extLst>
              <a:ext uri="{FF2B5EF4-FFF2-40B4-BE49-F238E27FC236}">
                <a16:creationId xmlns:a16="http://schemas.microsoft.com/office/drawing/2014/main" id="{7970CB1E-EE2C-69A6-1A5B-4631D0F24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2010" y="726181"/>
            <a:ext cx="2465729" cy="1643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A tuberculose bovina e a forma comum de transmissão | VET Profissional">
            <a:extLst>
              <a:ext uri="{FF2B5EF4-FFF2-40B4-BE49-F238E27FC236}">
                <a16:creationId xmlns:a16="http://schemas.microsoft.com/office/drawing/2014/main" id="{F2E65E73-6B5F-E0E6-27A4-42A00A259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7119" y="2506096"/>
            <a:ext cx="2509089" cy="1674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A brucelose bovina é perigosa? Sim! Conheça a doença e aprenda a evitá-la |  Artigos | Cursos a Distância CPT">
            <a:extLst>
              <a:ext uri="{FF2B5EF4-FFF2-40B4-BE49-F238E27FC236}">
                <a16:creationId xmlns:a16="http://schemas.microsoft.com/office/drawing/2014/main" id="{E97D8134-40AF-5373-E7E2-5CCB3CFFA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926" y="4299504"/>
            <a:ext cx="2772813" cy="184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B5A3700-B36A-F6C8-52EC-185123AD20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723" y="2130131"/>
            <a:ext cx="7257716" cy="259773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3141C5E-39A3-68AD-46DD-F6A4F156BB99}"/>
              </a:ext>
            </a:extLst>
          </p:cNvPr>
          <p:cNvSpPr txBox="1"/>
          <p:nvPr/>
        </p:nvSpPr>
        <p:spPr>
          <a:xfrm>
            <a:off x="947035" y="6329540"/>
            <a:ext cx="100434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/>
              <a:t>Recomendação! Material muito interessante de probabilidade condicional (na perspectiva do Teorema de </a:t>
            </a:r>
            <a:r>
              <a:rPr lang="pt-BR" sz="1100" b="1" dirty="0" err="1"/>
              <a:t>Bayes</a:t>
            </a:r>
            <a:r>
              <a:rPr lang="pt-BR" sz="1100" b="1" dirty="0"/>
              <a:t>) pode ser encontrado neste vídeo do canal </a:t>
            </a:r>
            <a:r>
              <a:rPr lang="pt-BR" sz="1100" b="1" dirty="0" err="1"/>
              <a:t>Veritasium</a:t>
            </a:r>
            <a:endParaRPr lang="pt-BR" sz="1100" b="1" dirty="0"/>
          </a:p>
          <a:p>
            <a:r>
              <a:rPr lang="pt-BR" sz="1100" b="1" dirty="0"/>
              <a:t>https://www.youtube.com/watch?v=R13BD8qKeTg</a:t>
            </a:r>
          </a:p>
        </p:txBody>
      </p:sp>
    </p:spTree>
    <p:extLst>
      <p:ext uri="{BB962C8B-B14F-4D97-AF65-F5344CB8AC3E}">
        <p14:creationId xmlns:p14="http://schemas.microsoft.com/office/powerpoint/2010/main" val="1360209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Eventos Independentes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3650BB1-F9CC-F885-8A3F-EBC68F3B8A69}"/>
              </a:ext>
            </a:extLst>
          </p:cNvPr>
          <p:cNvSpPr txBox="1"/>
          <p:nvPr/>
        </p:nvSpPr>
        <p:spPr>
          <a:xfrm>
            <a:off x="2312637" y="6528936"/>
            <a:ext cx="6605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Retirado de https://bendeivide.</a:t>
            </a:r>
            <a:r>
              <a:rPr lang="pt-BR" sz="1200" i="1" dirty="0"/>
              <a:t>github</a:t>
            </a:r>
            <a:r>
              <a:rPr lang="pt-BR" sz="1100" i="1" dirty="0"/>
              <a:t>.io/book-estbasica/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66D5F913-E036-0C90-2585-FC1BE75D2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981" y="1843792"/>
            <a:ext cx="10784037" cy="27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48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Eventos Independentes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621C7BA-1C4B-DC54-E553-FFC5F2F46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97" y="1656694"/>
            <a:ext cx="6470719" cy="4003380"/>
          </a:xfrm>
          <a:prstGeom prst="rect">
            <a:avLst/>
          </a:prstGeom>
        </p:spPr>
      </p:pic>
      <p:pic>
        <p:nvPicPr>
          <p:cNvPr id="9218" name="Picture 2" descr="Planta Jovem De Soja, a Germinar De Sementes De Soja Foto de Stock - Imagem  de flora, orgânico: 111232488">
            <a:extLst>
              <a:ext uri="{FF2B5EF4-FFF2-40B4-BE49-F238E27FC236}">
                <a16:creationId xmlns:a16="http://schemas.microsoft.com/office/drawing/2014/main" id="{8BF099EC-B414-F0A7-F14F-BCD9F036C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117" y="970671"/>
            <a:ext cx="3212466" cy="214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Saiba quais são os cuidados essenciais para a manutenção do trator">
            <a:extLst>
              <a:ext uri="{FF2B5EF4-FFF2-40B4-BE49-F238E27FC236}">
                <a16:creationId xmlns:a16="http://schemas.microsoft.com/office/drawing/2014/main" id="{BBB20CEF-9EAB-1332-8928-BECDF1ADA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4702" y="4176265"/>
            <a:ext cx="2833295" cy="203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eta: para Baixo 12">
            <a:extLst>
              <a:ext uri="{FF2B5EF4-FFF2-40B4-BE49-F238E27FC236}">
                <a16:creationId xmlns:a16="http://schemas.microsoft.com/office/drawing/2014/main" id="{7BC809DC-76D9-596D-6589-125D17D8D3BA}"/>
              </a:ext>
            </a:extLst>
          </p:cNvPr>
          <p:cNvSpPr/>
          <p:nvPr/>
        </p:nvSpPr>
        <p:spPr>
          <a:xfrm>
            <a:off x="9278288" y="3264164"/>
            <a:ext cx="329784" cy="7629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Baixo 14">
            <a:extLst>
              <a:ext uri="{FF2B5EF4-FFF2-40B4-BE49-F238E27FC236}">
                <a16:creationId xmlns:a16="http://schemas.microsoft.com/office/drawing/2014/main" id="{B6964FCF-51EE-EA2F-DE50-4EA3EB3CB1D8}"/>
              </a:ext>
            </a:extLst>
          </p:cNvPr>
          <p:cNvSpPr/>
          <p:nvPr/>
        </p:nvSpPr>
        <p:spPr>
          <a:xfrm rot="10800000">
            <a:off x="10442835" y="3239445"/>
            <a:ext cx="329784" cy="7629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859C04D-86CA-F518-99BC-C7117D190A01}"/>
              </a:ext>
            </a:extLst>
          </p:cNvPr>
          <p:cNvSpPr txBox="1"/>
          <p:nvPr/>
        </p:nvSpPr>
        <p:spPr>
          <a:xfrm>
            <a:off x="9407890" y="3290453"/>
            <a:ext cx="1329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/>
              <a:t>???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0AA5E78F-0EC1-F25D-BAA5-F06578A9EAF2}"/>
              </a:ext>
            </a:extLst>
          </p:cNvPr>
          <p:cNvSpPr/>
          <p:nvPr/>
        </p:nvSpPr>
        <p:spPr>
          <a:xfrm>
            <a:off x="461729" y="2383436"/>
            <a:ext cx="1262140" cy="3147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8170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Distribuição Normal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2624F6B-82DC-9F70-64FE-D06E7883EB97}"/>
              </a:ext>
            </a:extLst>
          </p:cNvPr>
          <p:cNvSpPr txBox="1"/>
          <p:nvPr/>
        </p:nvSpPr>
        <p:spPr>
          <a:xfrm>
            <a:off x="204866" y="1095124"/>
            <a:ext cx="11782268" cy="598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Para esta parte conceitual, o material suplementar do Moodle será utilizado.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4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Recomenda-se muito o material presente em </a:t>
            </a:r>
            <a:r>
              <a:rPr lang="pt-BR" sz="2400" b="1" dirty="0">
                <a:hlinkClick r:id="rId5"/>
              </a:rPr>
              <a:t>https://www.youtube.com/watch?v=8kDmCdkRtCw&amp;list=PLtp3GnkVc7KiqrD6r9S23Twjl5aaCRmNb&amp;index=7</a:t>
            </a:r>
            <a:endParaRPr lang="pt-BR" sz="24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4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Recomenda-se também estudar o Item 3 (Distribuição Normal) do material presente em:</a:t>
            </a:r>
          </a:p>
          <a:p>
            <a:pPr algn="ctr">
              <a:lnSpc>
                <a:spcPct val="150000"/>
              </a:lnSpc>
              <a:spcAft>
                <a:spcPts val="110"/>
              </a:spcAft>
            </a:pPr>
            <a:r>
              <a:rPr lang="pt-BR" sz="2400" b="1" dirty="0">
                <a:solidFill>
                  <a:srgbClr val="0070C0"/>
                </a:solidFill>
                <a:hlinkClick r:id="rId6"/>
              </a:rPr>
              <a:t>https://www.ufrgs.br/probabilidade-estatistica/slides/slides_2/2-2_Var%20aleatorias%20continuas%20e%20distribuicoes.pdf</a:t>
            </a:r>
            <a:endParaRPr lang="pt-BR" sz="2400" b="1" dirty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  <a:spcAft>
                <a:spcPts val="110"/>
              </a:spcAft>
            </a:pPr>
            <a:endParaRPr lang="pt-BR" sz="1200" b="1" dirty="0"/>
          </a:p>
          <a:p>
            <a:pPr algn="ctr">
              <a:lnSpc>
                <a:spcPct val="150000"/>
              </a:lnSpc>
              <a:spcAft>
                <a:spcPts val="110"/>
              </a:spcAft>
            </a:pPr>
            <a:r>
              <a:rPr lang="pt-BR" sz="1200" b="1" dirty="0"/>
              <a:t>Gráficos interativos da distribuição normal em </a:t>
            </a:r>
            <a:r>
              <a:rPr lang="pt-BR" sz="1200" b="1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https://istats.shinyapps.io/NormalDist/</a:t>
            </a:r>
            <a:r>
              <a:rPr lang="pt-BR" sz="1200" b="1" dirty="0"/>
              <a:t> do portal </a:t>
            </a:r>
            <a:r>
              <a:rPr lang="pt-BR" sz="1200" b="1" dirty="0">
                <a:hlinkClick r:id="rId8"/>
              </a:rPr>
              <a:t>https://artofstat.com/web-apps</a:t>
            </a:r>
            <a:endParaRPr lang="pt-BR" sz="1200" b="1" dirty="0"/>
          </a:p>
          <a:p>
            <a:pPr algn="ctr">
              <a:lnSpc>
                <a:spcPct val="150000"/>
              </a:lnSpc>
              <a:spcAft>
                <a:spcPts val="110"/>
              </a:spcAft>
            </a:pP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966562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Aplicações da Distribuição Normal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50B757C-90A4-91C2-4668-9700F8A96B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922" y="1756836"/>
            <a:ext cx="6199403" cy="380309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65083B5-96D9-7A91-00E9-BBF336F887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545" y="3252305"/>
            <a:ext cx="5237734" cy="2960203"/>
          </a:xfrm>
          <a:prstGeom prst="rect">
            <a:avLst/>
          </a:prstGeom>
        </p:spPr>
      </p:pic>
      <p:pic>
        <p:nvPicPr>
          <p:cNvPr id="14338" name="Picture 2" descr="Boi gordo: o que é e como criar - Boi Saúde">
            <a:extLst>
              <a:ext uri="{FF2B5EF4-FFF2-40B4-BE49-F238E27FC236}">
                <a16:creationId xmlns:a16="http://schemas.microsoft.com/office/drawing/2014/main" id="{CDAB66C6-0618-9AE7-E595-954FBCD55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415" y="66795"/>
            <a:ext cx="2879864" cy="271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5AF6F3B-4D71-E85E-1F72-182EAAEF4979}"/>
              </a:ext>
            </a:extLst>
          </p:cNvPr>
          <p:cNvSpPr txBox="1"/>
          <p:nvPr/>
        </p:nvSpPr>
        <p:spPr>
          <a:xfrm>
            <a:off x="4931763" y="6616637"/>
            <a:ext cx="70203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/>
              <a:t>Gráfico feito no site: https://istats.shinyapps.io/NormalDist/</a:t>
            </a:r>
          </a:p>
        </p:txBody>
      </p:sp>
    </p:spTree>
    <p:extLst>
      <p:ext uri="{BB962C8B-B14F-4D97-AF65-F5344CB8AC3E}">
        <p14:creationId xmlns:p14="http://schemas.microsoft.com/office/powerpoint/2010/main" val="3087675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Aplicações da Distribuição Normal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5AF6F3B-4D71-E85E-1F72-182EAAEF4979}"/>
              </a:ext>
            </a:extLst>
          </p:cNvPr>
          <p:cNvSpPr txBox="1"/>
          <p:nvPr/>
        </p:nvSpPr>
        <p:spPr>
          <a:xfrm>
            <a:off x="4931763" y="6616637"/>
            <a:ext cx="70203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/>
              <a:t>Gráfico feito no site: https://istats.shinyapps.io/NormalDist/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79B75A2-B6BA-F33E-A3C3-EB407279D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261" y="1961808"/>
            <a:ext cx="5454195" cy="357529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8D42177-0419-B410-497F-34B298BD04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3346" y="2979887"/>
            <a:ext cx="5454195" cy="3096980"/>
          </a:xfrm>
          <a:prstGeom prst="rect">
            <a:avLst/>
          </a:prstGeom>
        </p:spPr>
      </p:pic>
      <p:pic>
        <p:nvPicPr>
          <p:cNvPr id="17410" name="Picture 2" descr="Quebra na soja: 4 estados devem colher 6,3 milhões de tons a menos">
            <a:extLst>
              <a:ext uri="{FF2B5EF4-FFF2-40B4-BE49-F238E27FC236}">
                <a16:creationId xmlns:a16="http://schemas.microsoft.com/office/drawing/2014/main" id="{646FC52F-E772-240C-A704-375581B94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1730" y="95099"/>
            <a:ext cx="3512009" cy="2634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501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759189" y="199888"/>
            <a:ext cx="1004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Aplicações da Distribuição Normal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5AF6F3B-4D71-E85E-1F72-182EAAEF4979}"/>
              </a:ext>
            </a:extLst>
          </p:cNvPr>
          <p:cNvSpPr txBox="1"/>
          <p:nvPr/>
        </p:nvSpPr>
        <p:spPr>
          <a:xfrm>
            <a:off x="4931763" y="6616637"/>
            <a:ext cx="70203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/>
              <a:t>Gráfico feito no site: https://istats.shinyapps.io/NormalDist/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4C9F43A-D801-6C4C-749E-640F2B4DC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922" y="2012215"/>
            <a:ext cx="5321508" cy="358892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CAD7235-B047-7C66-1010-DB8A2C69C5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5618" y="2644527"/>
            <a:ext cx="5899812" cy="3567981"/>
          </a:xfrm>
          <a:prstGeom prst="rect">
            <a:avLst/>
          </a:prstGeom>
        </p:spPr>
      </p:pic>
      <p:pic>
        <p:nvPicPr>
          <p:cNvPr id="16386" name="Picture 2" descr="Frigorífico gigante vai ampliar liderança do PR no frango">
            <a:extLst>
              <a:ext uri="{FF2B5EF4-FFF2-40B4-BE49-F238E27FC236}">
                <a16:creationId xmlns:a16="http://schemas.microsoft.com/office/drawing/2014/main" id="{CC896A00-DD0A-4FE9-2187-844C24166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413" y="178591"/>
            <a:ext cx="3254563" cy="2161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638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10837</TotalTime>
  <Words>685</Words>
  <Application>Microsoft Office PowerPoint</Application>
  <PresentationFormat>Widescreen</PresentationFormat>
  <Paragraphs>109</Paragraphs>
  <Slides>29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6" baseType="lpstr">
      <vt:lpstr>Arial</vt:lpstr>
      <vt:lpstr>Arial Nova</vt:lpstr>
      <vt:lpstr>Calibri</vt:lpstr>
      <vt:lpstr>Calibri Light</vt:lpstr>
      <vt:lpstr>Cambria</vt:lpstr>
      <vt:lpstr>Wingdings</vt:lpstr>
      <vt:lpstr>Tema do Office</vt:lpstr>
      <vt:lpstr>MAT02201 – Métodos Estatísticos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Ciência de Dados e Inteligência Artificial</dc:title>
  <dc:creator>RENAN XAVIER CORTES</dc:creator>
  <cp:lastModifiedBy>Renan Xavier Cortes</cp:lastModifiedBy>
  <cp:revision>108</cp:revision>
  <dcterms:created xsi:type="dcterms:W3CDTF">2020-10-25T10:14:05Z</dcterms:created>
  <dcterms:modified xsi:type="dcterms:W3CDTF">2026-03-24T15:07:25Z</dcterms:modified>
</cp:coreProperties>
</file>