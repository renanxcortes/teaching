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B46C618E-28B5-4507-BE38-B78F9BA16888}"/>
    <pc:docChg chg="undo custSel addSld delSld modSld">
      <pc:chgData name="Renan Xavier Cortes" userId="d6af805853004405" providerId="LiveId" clId="{B46C618E-28B5-4507-BE38-B78F9BA16888}" dt="2026-01-22T13:22:09.644" v="411" actId="1076"/>
      <pc:docMkLst>
        <pc:docMk/>
      </pc:docMkLst>
      <pc:sldChg chg="modSp mod">
        <pc:chgData name="Renan Xavier Cortes" userId="d6af805853004405" providerId="LiveId" clId="{B46C618E-28B5-4507-BE38-B78F9BA16888}" dt="2026-01-22T12:04:10.425" v="31" actId="20577"/>
        <pc:sldMkLst>
          <pc:docMk/>
          <pc:sldMk cId="193773268" sldId="256"/>
        </pc:sldMkLst>
        <pc:spChg chg="mod">
          <ac:chgData name="Renan Xavier Cortes" userId="d6af805853004405" providerId="LiveId" clId="{B46C618E-28B5-4507-BE38-B78F9BA16888}" dt="2026-01-22T12:04:10.425" v="31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B46C618E-28B5-4507-BE38-B78F9BA16888}" dt="2026-01-22T12:07:48.283" v="60" actId="403"/>
        <pc:sldMkLst>
          <pc:docMk/>
          <pc:sldMk cId="1859719164" sldId="259"/>
        </pc:sldMkLst>
        <pc:spChg chg="mod">
          <ac:chgData name="Renan Xavier Cortes" userId="d6af805853004405" providerId="LiveId" clId="{B46C618E-28B5-4507-BE38-B78F9BA16888}" dt="2026-01-22T12:07:48.283" v="60" actId="403"/>
          <ac:spMkLst>
            <pc:docMk/>
            <pc:sldMk cId="1859719164" sldId="259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B46C618E-28B5-4507-BE38-B78F9BA16888}" dt="2026-01-22T13:22:09.644" v="411" actId="1076"/>
        <pc:sldMkLst>
          <pc:docMk/>
          <pc:sldMk cId="2921823341" sldId="260"/>
        </pc:sldMkLst>
        <pc:spChg chg="mod">
          <ac:chgData name="Renan Xavier Cortes" userId="d6af805853004405" providerId="LiveId" clId="{B46C618E-28B5-4507-BE38-B78F9BA16888}" dt="2026-01-22T13:20:20.598" v="204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B46C618E-28B5-4507-BE38-B78F9BA16888}" dt="2026-01-22T13:22:09.644" v="411" actId="1076"/>
          <ac:spMkLst>
            <pc:docMk/>
            <pc:sldMk cId="2921823341" sldId="260"/>
            <ac:spMk id="14" creationId="{427DBFEB-81BF-4CC3-A411-FBF43D295C56}"/>
          </ac:spMkLst>
        </pc:spChg>
        <pc:picChg chg="add del">
          <ac:chgData name="Renan Xavier Cortes" userId="d6af805853004405" providerId="LiveId" clId="{B46C618E-28B5-4507-BE38-B78F9BA16888}" dt="2026-01-22T13:20:22.533" v="205" actId="478"/>
          <ac:picMkLst>
            <pc:docMk/>
            <pc:sldMk cId="2921823341" sldId="260"/>
            <ac:picMk id="5" creationId="{F5A85A22-64A3-45CD-5500-ABAF23354B76}"/>
          </ac:picMkLst>
        </pc:picChg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121898900" sldId="261"/>
        </pc:sldMkLst>
      </pc:sldChg>
      <pc:sldChg chg="new del">
        <pc:chgData name="Renan Xavier Cortes" userId="d6af805853004405" providerId="LiveId" clId="{B46C618E-28B5-4507-BE38-B78F9BA16888}" dt="2026-01-22T12:08:04.116" v="62" actId="680"/>
        <pc:sldMkLst>
          <pc:docMk/>
          <pc:sldMk cId="4021986991" sldId="26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689213611" sldId="26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12877480" sldId="26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07923279" sldId="26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391640227" sldId="26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343228278" sldId="26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280539132" sldId="269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446963972" sldId="27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05335353" sldId="27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94495569" sldId="28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23748094" sldId="287"/>
        </pc:sldMkLst>
      </pc:sldChg>
    </pc:docChg>
  </pc:docChgLst>
  <pc:docChgLst>
    <pc:chgData name="Renan Xavier Cortes" userId="d6af805853004405" providerId="LiveId" clId="{A4277EE5-2EF4-4747-BBA1-CA392BC5D677}"/>
    <pc:docChg chg="undo custSel modSld">
      <pc:chgData name="Renan Xavier Cortes" userId="d6af805853004405" providerId="LiveId" clId="{A4277EE5-2EF4-4747-BBA1-CA392BC5D677}" dt="2026-01-22T13:32:47.100" v="18" actId="1076"/>
      <pc:docMkLst>
        <pc:docMk/>
      </pc:docMkLst>
      <pc:sldChg chg="modSp mod">
        <pc:chgData name="Renan Xavier Cortes" userId="d6af805853004405" providerId="LiveId" clId="{A4277EE5-2EF4-4747-BBA1-CA392BC5D677}" dt="2026-01-22T13:32:22.905" v="12" actId="20577"/>
        <pc:sldMkLst>
          <pc:docMk/>
          <pc:sldMk cId="193773268" sldId="256"/>
        </pc:sldMkLst>
        <pc:spChg chg="mod">
          <ac:chgData name="Renan Xavier Cortes" userId="d6af805853004405" providerId="LiveId" clId="{A4277EE5-2EF4-4747-BBA1-CA392BC5D677}" dt="2026-01-22T13:32:22.905" v="12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A4277EE5-2EF4-4747-BBA1-CA392BC5D677}" dt="2026-01-22T13:32:47.100" v="18" actId="1076"/>
        <pc:sldMkLst>
          <pc:docMk/>
          <pc:sldMk cId="1859719164" sldId="259"/>
        </pc:sldMkLst>
        <pc:spChg chg="mod">
          <ac:chgData name="Renan Xavier Cortes" userId="d6af805853004405" providerId="LiveId" clId="{A4277EE5-2EF4-4747-BBA1-CA392BC5D677}" dt="2026-01-22T13:32:47.100" v="18" actId="1076"/>
          <ac:spMkLst>
            <pc:docMk/>
            <pc:sldMk cId="1859719164" sldId="259"/>
            <ac:spMk id="14" creationId="{427DBFEB-81BF-4CC3-A411-FBF43D295C5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Probabilidade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929875"/>
            <a:ext cx="10310191" cy="3423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Noções de probabilidade. Axiomas.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Probabilidade condicional.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Aplicação da probabilidade condicional.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Eventos independentes.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Distribuição normal.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Aplicações da distribuição normal.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84813" y="140678"/>
            <a:ext cx="11847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Estatística Descritiva - Medidas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1053330" y="3429000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Para esta parte da matéria, recomenda-se acessar o material presente em ...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7433</TotalTime>
  <Words>55</Words>
  <Application>Microsoft Office PowerPoint</Application>
  <PresentationFormat>Widescreen</PresentationFormat>
  <Paragraphs>14</Paragraphs>
  <Slides>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10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2026-01-22T13:32:48Z</dcterms:modified>
</cp:coreProperties>
</file>