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9" r:id="rId3"/>
    <p:sldId id="260" r:id="rId4"/>
    <p:sldId id="261" r:id="rId5"/>
    <p:sldId id="262" r:id="rId6"/>
    <p:sldId id="263" r:id="rId7"/>
    <p:sldId id="265" r:id="rId8"/>
    <p:sldId id="264" r:id="rId9"/>
    <p:sldId id="266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B46C618E-28B5-4507-BE38-B78F9BA16888}"/>
    <pc:docChg chg="undo custSel addSld delSld modSld">
      <pc:chgData name="Renan Xavier Cortes" userId="d6af805853004405" providerId="LiveId" clId="{B46C618E-28B5-4507-BE38-B78F9BA16888}" dt="2026-01-22T13:22:09.644" v="411" actId="1076"/>
      <pc:docMkLst>
        <pc:docMk/>
      </pc:docMkLst>
      <pc:sldChg chg="modSp mod">
        <pc:chgData name="Renan Xavier Cortes" userId="d6af805853004405" providerId="LiveId" clId="{B46C618E-28B5-4507-BE38-B78F9BA16888}" dt="2026-01-22T12:04:10.425" v="31" actId="20577"/>
        <pc:sldMkLst>
          <pc:docMk/>
          <pc:sldMk cId="193773268" sldId="256"/>
        </pc:sldMkLst>
        <pc:spChg chg="mod">
          <ac:chgData name="Renan Xavier Cortes" userId="d6af805853004405" providerId="LiveId" clId="{B46C618E-28B5-4507-BE38-B78F9BA16888}" dt="2026-01-22T12:04:10.425" v="31" actId="20577"/>
          <ac:spMkLst>
            <pc:docMk/>
            <pc:sldMk cId="193773268" sldId="256"/>
            <ac:spMk id="4" creationId="{D49A408B-D762-44A8-8FB9-8DC0FA83E7C6}"/>
          </ac:spMkLst>
        </pc:spChg>
      </pc:sldChg>
      <pc:sldChg chg="modSp mod">
        <pc:chgData name="Renan Xavier Cortes" userId="d6af805853004405" providerId="LiveId" clId="{B46C618E-28B5-4507-BE38-B78F9BA16888}" dt="2026-01-22T12:07:48.283" v="60" actId="403"/>
        <pc:sldMkLst>
          <pc:docMk/>
          <pc:sldMk cId="1859719164" sldId="259"/>
        </pc:sldMkLst>
        <pc:spChg chg="mod">
          <ac:chgData name="Renan Xavier Cortes" userId="d6af805853004405" providerId="LiveId" clId="{B46C618E-28B5-4507-BE38-B78F9BA16888}" dt="2026-01-22T12:07:48.283" v="60" actId="403"/>
          <ac:spMkLst>
            <pc:docMk/>
            <pc:sldMk cId="1859719164" sldId="259"/>
            <ac:spMk id="14" creationId="{427DBFEB-81BF-4CC3-A411-FBF43D295C56}"/>
          </ac:spMkLst>
        </pc:spChg>
      </pc:sldChg>
      <pc:sldChg chg="addSp delSp modSp mod">
        <pc:chgData name="Renan Xavier Cortes" userId="d6af805853004405" providerId="LiveId" clId="{B46C618E-28B5-4507-BE38-B78F9BA16888}" dt="2026-01-22T13:22:09.644" v="411" actId="1076"/>
        <pc:sldMkLst>
          <pc:docMk/>
          <pc:sldMk cId="2921823341" sldId="260"/>
        </pc:sldMkLst>
        <pc:spChg chg="mod">
          <ac:chgData name="Renan Xavier Cortes" userId="d6af805853004405" providerId="LiveId" clId="{B46C618E-28B5-4507-BE38-B78F9BA16888}" dt="2026-01-22T13:20:20.598" v="204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B46C618E-28B5-4507-BE38-B78F9BA16888}" dt="2026-01-22T13:22:09.644" v="411" actId="1076"/>
          <ac:spMkLst>
            <pc:docMk/>
            <pc:sldMk cId="2921823341" sldId="260"/>
            <ac:spMk id="14" creationId="{427DBFEB-81BF-4CC3-A411-FBF43D295C56}"/>
          </ac:spMkLst>
        </pc:spChg>
        <pc:picChg chg="add del">
          <ac:chgData name="Renan Xavier Cortes" userId="d6af805853004405" providerId="LiveId" clId="{B46C618E-28B5-4507-BE38-B78F9BA16888}" dt="2026-01-22T13:20:22.533" v="205" actId="478"/>
          <ac:picMkLst>
            <pc:docMk/>
            <pc:sldMk cId="2921823341" sldId="260"/>
            <ac:picMk id="5" creationId="{F5A85A22-64A3-45CD-5500-ABAF23354B76}"/>
          </ac:picMkLst>
        </pc:picChg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121898900" sldId="261"/>
        </pc:sldMkLst>
      </pc:sldChg>
      <pc:sldChg chg="new del">
        <pc:chgData name="Renan Xavier Cortes" userId="d6af805853004405" providerId="LiveId" clId="{B46C618E-28B5-4507-BE38-B78F9BA16888}" dt="2026-01-22T12:08:04.116" v="62" actId="680"/>
        <pc:sldMkLst>
          <pc:docMk/>
          <pc:sldMk cId="4021986991" sldId="26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689213611" sldId="262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12877480" sldId="26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07923279" sldId="265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391640227" sldId="26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343228278" sldId="267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280539132" sldId="269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446963972" sldId="27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805335353" sldId="278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94495569" sldId="282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23748094" sldId="287"/>
        </pc:sldMkLst>
      </pc:sldChg>
    </pc:docChg>
  </pc:docChgLst>
  <pc:docChgLst>
    <pc:chgData name="Renan Xavier Cortes" userId="d6af805853004405" providerId="LiveId" clId="{A4277EE5-2EF4-4747-BBA1-CA392BC5D677}"/>
    <pc:docChg chg="undo custSel addSld modSld sldOrd">
      <pc:chgData name="Renan Xavier Cortes" userId="d6af805853004405" providerId="LiveId" clId="{A4277EE5-2EF4-4747-BBA1-CA392BC5D677}" dt="2026-01-27T20:17:59.735" v="782" actId="1076"/>
      <pc:docMkLst>
        <pc:docMk/>
      </pc:docMkLst>
      <pc:sldChg chg="modSp mod">
        <pc:chgData name="Renan Xavier Cortes" userId="d6af805853004405" providerId="LiveId" clId="{A4277EE5-2EF4-4747-BBA1-CA392BC5D677}" dt="2026-01-22T13:32:22.905" v="12" actId="20577"/>
        <pc:sldMkLst>
          <pc:docMk/>
          <pc:sldMk cId="193773268" sldId="256"/>
        </pc:sldMkLst>
        <pc:spChg chg="mod">
          <ac:chgData name="Renan Xavier Cortes" userId="d6af805853004405" providerId="LiveId" clId="{A4277EE5-2EF4-4747-BBA1-CA392BC5D677}" dt="2026-01-22T13:32:22.905" v="12" actId="20577"/>
          <ac:spMkLst>
            <pc:docMk/>
            <pc:sldMk cId="193773268" sldId="256"/>
            <ac:spMk id="4" creationId="{D49A408B-D762-44A8-8FB9-8DC0FA83E7C6}"/>
          </ac:spMkLst>
        </pc:spChg>
      </pc:sldChg>
      <pc:sldChg chg="addSp modSp mod">
        <pc:chgData name="Renan Xavier Cortes" userId="d6af805853004405" providerId="LiveId" clId="{A4277EE5-2EF4-4747-BBA1-CA392BC5D677}" dt="2026-01-27T20:00:34.363" v="712" actId="1076"/>
        <pc:sldMkLst>
          <pc:docMk/>
          <pc:sldMk cId="1859719164" sldId="259"/>
        </pc:sldMkLst>
        <pc:spChg chg="add mod">
          <ac:chgData name="Renan Xavier Cortes" userId="d6af805853004405" providerId="LiveId" clId="{A4277EE5-2EF4-4747-BBA1-CA392BC5D677}" dt="2026-01-27T20:00:34.363" v="712" actId="1076"/>
          <ac:spMkLst>
            <pc:docMk/>
            <pc:sldMk cId="1859719164" sldId="259"/>
            <ac:spMk id="4" creationId="{87249BF7-3572-1EF7-C5D9-0169AD177983}"/>
          </ac:spMkLst>
        </pc:spChg>
        <pc:spChg chg="mod">
          <ac:chgData name="Renan Xavier Cortes" userId="d6af805853004405" providerId="LiveId" clId="{A4277EE5-2EF4-4747-BBA1-CA392BC5D677}" dt="2026-01-27T19:55:34.111" v="701" actId="1076"/>
          <ac:spMkLst>
            <pc:docMk/>
            <pc:sldMk cId="1859719164" sldId="259"/>
            <ac:spMk id="14" creationId="{427DBFEB-81BF-4CC3-A411-FBF43D295C56}"/>
          </ac:spMkLst>
        </pc:spChg>
      </pc:sldChg>
      <pc:sldChg chg="addSp modSp mod">
        <pc:chgData name="Renan Xavier Cortes" userId="d6af805853004405" providerId="LiveId" clId="{A4277EE5-2EF4-4747-BBA1-CA392BC5D677}" dt="2026-01-27T19:55:38.738" v="702" actId="20577"/>
        <pc:sldMkLst>
          <pc:docMk/>
          <pc:sldMk cId="2921823341" sldId="260"/>
        </pc:sldMkLst>
        <pc:spChg chg="mod">
          <ac:chgData name="Renan Xavier Cortes" userId="d6af805853004405" providerId="LiveId" clId="{A4277EE5-2EF4-4747-BBA1-CA392BC5D677}" dt="2026-01-27T19:55:38.738" v="702" actId="20577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A4277EE5-2EF4-4747-BBA1-CA392BC5D677}" dt="2026-01-27T12:30:13.487" v="621" actId="20577"/>
          <ac:spMkLst>
            <pc:docMk/>
            <pc:sldMk cId="2921823341" sldId="260"/>
            <ac:spMk id="14" creationId="{427DBFEB-81BF-4CC3-A411-FBF43D295C56}"/>
          </ac:spMkLst>
        </pc:spChg>
        <pc:picChg chg="add mod">
          <ac:chgData name="Renan Xavier Cortes" userId="d6af805853004405" providerId="LiveId" clId="{A4277EE5-2EF4-4747-BBA1-CA392BC5D677}" dt="2026-01-26T18:25:29.798" v="190" actId="1076"/>
          <ac:picMkLst>
            <pc:docMk/>
            <pc:sldMk cId="2921823341" sldId="260"/>
            <ac:picMk id="4" creationId="{2ECD04C3-CFAF-0324-68EB-D5C3DA0DE51F}"/>
          </ac:picMkLst>
        </pc:picChg>
      </pc:sldChg>
      <pc:sldChg chg="addSp delSp modSp add mod">
        <pc:chgData name="Renan Xavier Cortes" userId="d6af805853004405" providerId="LiveId" clId="{A4277EE5-2EF4-4747-BBA1-CA392BC5D677}" dt="2026-01-27T19:55:41.794" v="703" actId="20577"/>
        <pc:sldMkLst>
          <pc:docMk/>
          <pc:sldMk cId="4009157315" sldId="261"/>
        </pc:sldMkLst>
        <pc:spChg chg="add">
          <ac:chgData name="Renan Xavier Cortes" userId="d6af805853004405" providerId="LiveId" clId="{A4277EE5-2EF4-4747-BBA1-CA392BC5D677}" dt="2026-01-26T18:24:27.792" v="181"/>
          <ac:spMkLst>
            <pc:docMk/>
            <pc:sldMk cId="4009157315" sldId="261"/>
            <ac:spMk id="4" creationId="{6DA6D5C0-531A-0796-F53B-A5492206BDA1}"/>
          </ac:spMkLst>
        </pc:spChg>
        <pc:spChg chg="mod">
          <ac:chgData name="Renan Xavier Cortes" userId="d6af805853004405" providerId="LiveId" clId="{A4277EE5-2EF4-4747-BBA1-CA392BC5D677}" dt="2026-01-27T19:55:41.794" v="703" actId="20577"/>
          <ac:spMkLst>
            <pc:docMk/>
            <pc:sldMk cId="4009157315" sldId="261"/>
            <ac:spMk id="8" creationId="{39AE06C5-34BE-4D68-97C3-4C07702C2DF6}"/>
          </ac:spMkLst>
        </pc:spChg>
        <pc:spChg chg="mod">
          <ac:chgData name="Renan Xavier Cortes" userId="d6af805853004405" providerId="LiveId" clId="{A4277EE5-2EF4-4747-BBA1-CA392BC5D677}" dt="2026-01-26T18:28:50.556" v="261" actId="1076"/>
          <ac:spMkLst>
            <pc:docMk/>
            <pc:sldMk cId="4009157315" sldId="261"/>
            <ac:spMk id="14" creationId="{427DBFEB-81BF-4CC3-A411-FBF43D295C56}"/>
          </ac:spMkLst>
        </pc:spChg>
        <pc:picChg chg="add del mod">
          <ac:chgData name="Renan Xavier Cortes" userId="d6af805853004405" providerId="LiveId" clId="{A4277EE5-2EF4-4747-BBA1-CA392BC5D677}" dt="2026-01-26T18:29:26.845" v="266" actId="478"/>
          <ac:picMkLst>
            <pc:docMk/>
            <pc:sldMk cId="4009157315" sldId="261"/>
            <ac:picMk id="6" creationId="{B1872465-F523-029C-E075-EF1EB17E0183}"/>
          </ac:picMkLst>
        </pc:picChg>
        <pc:picChg chg="add mod">
          <ac:chgData name="Renan Xavier Cortes" userId="d6af805853004405" providerId="LiveId" clId="{A4277EE5-2EF4-4747-BBA1-CA392BC5D677}" dt="2026-01-26T18:29:34.921" v="270" actId="1076"/>
          <ac:picMkLst>
            <pc:docMk/>
            <pc:sldMk cId="4009157315" sldId="261"/>
            <ac:picMk id="10" creationId="{AC895CA6-530E-5D97-B9D6-6CC4B0290730}"/>
          </ac:picMkLst>
        </pc:picChg>
        <pc:picChg chg="add del mod">
          <ac:chgData name="Renan Xavier Cortes" userId="d6af805853004405" providerId="LiveId" clId="{A4277EE5-2EF4-4747-BBA1-CA392BC5D677}" dt="2026-01-26T18:25:33.122" v="191" actId="478"/>
          <ac:picMkLst>
            <pc:docMk/>
            <pc:sldMk cId="4009157315" sldId="261"/>
            <ac:picMk id="1028" creationId="{4C5574EE-108E-F593-C983-10372F65D0A0}"/>
          </ac:picMkLst>
        </pc:picChg>
      </pc:sldChg>
      <pc:sldChg chg="addSp delSp modSp add mod">
        <pc:chgData name="Renan Xavier Cortes" userId="d6af805853004405" providerId="LiveId" clId="{A4277EE5-2EF4-4747-BBA1-CA392BC5D677}" dt="2026-01-27T19:55:44.753" v="704" actId="20577"/>
        <pc:sldMkLst>
          <pc:docMk/>
          <pc:sldMk cId="2258658534" sldId="262"/>
        </pc:sldMkLst>
        <pc:spChg chg="mod">
          <ac:chgData name="Renan Xavier Cortes" userId="d6af805853004405" providerId="LiveId" clId="{A4277EE5-2EF4-4747-BBA1-CA392BC5D677}" dt="2026-01-27T19:55:44.753" v="704" actId="20577"/>
          <ac:spMkLst>
            <pc:docMk/>
            <pc:sldMk cId="2258658534" sldId="262"/>
            <ac:spMk id="8" creationId="{39AE06C5-34BE-4D68-97C3-4C07702C2DF6}"/>
          </ac:spMkLst>
        </pc:spChg>
        <pc:spChg chg="mod">
          <ac:chgData name="Renan Xavier Cortes" userId="d6af805853004405" providerId="LiveId" clId="{A4277EE5-2EF4-4747-BBA1-CA392BC5D677}" dt="2026-01-26T18:28:54.479" v="262" actId="1076"/>
          <ac:spMkLst>
            <pc:docMk/>
            <pc:sldMk cId="2258658534" sldId="262"/>
            <ac:spMk id="14" creationId="{427DBFEB-81BF-4CC3-A411-FBF43D295C56}"/>
          </ac:spMkLst>
        </pc:spChg>
        <pc:picChg chg="add mod">
          <ac:chgData name="Renan Xavier Cortes" userId="d6af805853004405" providerId="LiveId" clId="{A4277EE5-2EF4-4747-BBA1-CA392BC5D677}" dt="2026-01-26T18:29:02.154" v="265" actId="1076"/>
          <ac:picMkLst>
            <pc:docMk/>
            <pc:sldMk cId="2258658534" sldId="262"/>
            <ac:picMk id="5" creationId="{AE5F8CCC-D9FC-CC11-4349-AD81AAA3BEC2}"/>
          </ac:picMkLst>
        </pc:picChg>
        <pc:picChg chg="del">
          <ac:chgData name="Renan Xavier Cortes" userId="d6af805853004405" providerId="LiveId" clId="{A4277EE5-2EF4-4747-BBA1-CA392BC5D677}" dt="2026-01-26T18:28:40.592" v="257" actId="478"/>
          <ac:picMkLst>
            <pc:docMk/>
            <pc:sldMk cId="2258658534" sldId="262"/>
            <ac:picMk id="6" creationId="{B1872465-F523-029C-E075-EF1EB17E0183}"/>
          </ac:picMkLst>
        </pc:picChg>
      </pc:sldChg>
      <pc:sldChg chg="addSp delSp modSp add mod">
        <pc:chgData name="Renan Xavier Cortes" userId="d6af805853004405" providerId="LiveId" clId="{A4277EE5-2EF4-4747-BBA1-CA392BC5D677}" dt="2026-01-27T19:55:49.194" v="705" actId="20577"/>
        <pc:sldMkLst>
          <pc:docMk/>
          <pc:sldMk cId="1909341641" sldId="263"/>
        </pc:sldMkLst>
        <pc:spChg chg="add mod">
          <ac:chgData name="Renan Xavier Cortes" userId="d6af805853004405" providerId="LiveId" clId="{A4277EE5-2EF4-4747-BBA1-CA392BC5D677}" dt="2026-01-26T18:49:26.126" v="470" actId="1076"/>
          <ac:spMkLst>
            <pc:docMk/>
            <pc:sldMk cId="1909341641" sldId="263"/>
            <ac:spMk id="4" creationId="{2E5D54EF-8EDF-9221-C3F8-EC312E34F55E}"/>
          </ac:spMkLst>
        </pc:spChg>
        <pc:spChg chg="add mod">
          <ac:chgData name="Renan Xavier Cortes" userId="d6af805853004405" providerId="LiveId" clId="{A4277EE5-2EF4-4747-BBA1-CA392BC5D677}" dt="2026-01-26T18:49:26.126" v="470" actId="1076"/>
          <ac:spMkLst>
            <pc:docMk/>
            <pc:sldMk cId="1909341641" sldId="263"/>
            <ac:spMk id="6" creationId="{2DFB554A-8CC3-D666-D47B-5E362ACD22B9}"/>
          </ac:spMkLst>
        </pc:spChg>
        <pc:spChg chg="mod">
          <ac:chgData name="Renan Xavier Cortes" userId="d6af805853004405" providerId="LiveId" clId="{A4277EE5-2EF4-4747-BBA1-CA392BC5D677}" dt="2026-01-27T19:55:49.194" v="705" actId="20577"/>
          <ac:spMkLst>
            <pc:docMk/>
            <pc:sldMk cId="1909341641" sldId="263"/>
            <ac:spMk id="8" creationId="{39AE06C5-34BE-4D68-97C3-4C07702C2DF6}"/>
          </ac:spMkLst>
        </pc:spChg>
        <pc:spChg chg="mod">
          <ac:chgData name="Renan Xavier Cortes" userId="d6af805853004405" providerId="LiveId" clId="{A4277EE5-2EF4-4747-BBA1-CA392BC5D677}" dt="2026-01-26T18:49:26.126" v="470" actId="1076"/>
          <ac:spMkLst>
            <pc:docMk/>
            <pc:sldMk cId="1909341641" sldId="263"/>
            <ac:spMk id="14" creationId="{427DBFEB-81BF-4CC3-A411-FBF43D295C56}"/>
          </ac:spMkLst>
        </pc:spChg>
        <pc:picChg chg="del">
          <ac:chgData name="Renan Xavier Cortes" userId="d6af805853004405" providerId="LiveId" clId="{A4277EE5-2EF4-4747-BBA1-CA392BC5D677}" dt="2026-01-26T18:29:40.656" v="272" actId="478"/>
          <ac:picMkLst>
            <pc:docMk/>
            <pc:sldMk cId="1909341641" sldId="263"/>
            <ac:picMk id="5" creationId="{AE5F8CCC-D9FC-CC11-4349-AD81AAA3BEC2}"/>
          </ac:picMkLst>
        </pc:picChg>
      </pc:sldChg>
      <pc:sldChg chg="addSp delSp modSp add mod ord">
        <pc:chgData name="Renan Xavier Cortes" userId="d6af805853004405" providerId="LiveId" clId="{A4277EE5-2EF4-4747-BBA1-CA392BC5D677}" dt="2026-01-27T20:16:50.167" v="770" actId="14100"/>
        <pc:sldMkLst>
          <pc:docMk/>
          <pc:sldMk cId="3461455159" sldId="264"/>
        </pc:sldMkLst>
        <pc:spChg chg="add mod">
          <ac:chgData name="Renan Xavier Cortes" userId="d6af805853004405" providerId="LiveId" clId="{A4277EE5-2EF4-4747-BBA1-CA392BC5D677}" dt="2026-01-27T19:59:18.305" v="711" actId="403"/>
          <ac:spMkLst>
            <pc:docMk/>
            <pc:sldMk cId="3461455159" sldId="264"/>
            <ac:spMk id="5" creationId="{462A550A-2F15-4636-BB02-A7AFDEC69830}"/>
          </ac:spMkLst>
        </pc:spChg>
        <pc:spChg chg="mod">
          <ac:chgData name="Renan Xavier Cortes" userId="d6af805853004405" providerId="LiveId" clId="{A4277EE5-2EF4-4747-BBA1-CA392BC5D677}" dt="2026-01-27T19:55:53.482" v="706" actId="20577"/>
          <ac:spMkLst>
            <pc:docMk/>
            <pc:sldMk cId="3461455159" sldId="264"/>
            <ac:spMk id="8" creationId="{39AE06C5-34BE-4D68-97C3-4C07702C2DF6}"/>
          </ac:spMkLst>
        </pc:spChg>
        <pc:spChg chg="del mod">
          <ac:chgData name="Renan Xavier Cortes" userId="d6af805853004405" providerId="LiveId" clId="{A4277EE5-2EF4-4747-BBA1-CA392BC5D677}" dt="2026-01-27T19:32:29.982" v="694" actId="478"/>
          <ac:spMkLst>
            <pc:docMk/>
            <pc:sldMk cId="3461455159" sldId="264"/>
            <ac:spMk id="14" creationId="{427DBFEB-81BF-4CC3-A411-FBF43D295C56}"/>
          </ac:spMkLst>
        </pc:spChg>
        <pc:picChg chg="del">
          <ac:chgData name="Renan Xavier Cortes" userId="d6af805853004405" providerId="LiveId" clId="{A4277EE5-2EF4-4747-BBA1-CA392BC5D677}" dt="2026-01-27T19:28:00.632" v="623" actId="478"/>
          <ac:picMkLst>
            <pc:docMk/>
            <pc:sldMk cId="3461455159" sldId="264"/>
            <ac:picMk id="4" creationId="{2ECD04C3-CFAF-0324-68EB-D5C3DA0DE51F}"/>
          </ac:picMkLst>
        </pc:picChg>
        <pc:picChg chg="add del mod">
          <ac:chgData name="Renan Xavier Cortes" userId="d6af805853004405" providerId="LiveId" clId="{A4277EE5-2EF4-4747-BBA1-CA392BC5D677}" dt="2026-01-27T20:07:33.849" v="733" actId="478"/>
          <ac:picMkLst>
            <pc:docMk/>
            <pc:sldMk cId="3461455159" sldId="264"/>
            <ac:picMk id="9" creationId="{DB0C3A4B-E646-9755-88FC-E2E771B3C631}"/>
          </ac:picMkLst>
        </pc:picChg>
        <pc:picChg chg="add mod">
          <ac:chgData name="Renan Xavier Cortes" userId="d6af805853004405" providerId="LiveId" clId="{A4277EE5-2EF4-4747-BBA1-CA392BC5D677}" dt="2026-01-27T20:15:57.611" v="757" actId="1076"/>
          <ac:picMkLst>
            <pc:docMk/>
            <pc:sldMk cId="3461455159" sldId="264"/>
            <ac:picMk id="11" creationId="{E70E8938-816E-96D5-3D90-4A9A5E8C0172}"/>
          </ac:picMkLst>
        </pc:picChg>
        <pc:picChg chg="add mod">
          <ac:chgData name="Renan Xavier Cortes" userId="d6af805853004405" providerId="LiveId" clId="{A4277EE5-2EF4-4747-BBA1-CA392BC5D677}" dt="2026-01-27T20:15:26.534" v="748"/>
          <ac:picMkLst>
            <pc:docMk/>
            <pc:sldMk cId="3461455159" sldId="264"/>
            <ac:picMk id="12" creationId="{0B47C1E1-03D9-ED60-4E23-13F4EA0FB231}"/>
          </ac:picMkLst>
        </pc:picChg>
        <pc:picChg chg="add mod">
          <ac:chgData name="Renan Xavier Cortes" userId="d6af805853004405" providerId="LiveId" clId="{A4277EE5-2EF4-4747-BBA1-CA392BC5D677}" dt="2026-01-27T20:15:26.534" v="748"/>
          <ac:picMkLst>
            <pc:docMk/>
            <pc:sldMk cId="3461455159" sldId="264"/>
            <ac:picMk id="13" creationId="{49A2C581-1E65-C7D6-94C3-75286C7A39CD}"/>
          </ac:picMkLst>
        </pc:picChg>
        <pc:picChg chg="add mod">
          <ac:chgData name="Renan Xavier Cortes" userId="d6af805853004405" providerId="LiveId" clId="{A4277EE5-2EF4-4747-BBA1-CA392BC5D677}" dt="2026-01-27T20:15:26.534" v="748"/>
          <ac:picMkLst>
            <pc:docMk/>
            <pc:sldMk cId="3461455159" sldId="264"/>
            <ac:picMk id="15" creationId="{4DCEA58F-B876-5015-1187-521DA70C8835}"/>
          </ac:picMkLst>
        </pc:picChg>
        <pc:cxnChg chg="add mod">
          <ac:chgData name="Renan Xavier Cortes" userId="d6af805853004405" providerId="LiveId" clId="{A4277EE5-2EF4-4747-BBA1-CA392BC5D677}" dt="2026-01-27T20:16:33.532" v="764" actId="692"/>
          <ac:cxnSpMkLst>
            <pc:docMk/>
            <pc:sldMk cId="3461455159" sldId="264"/>
            <ac:cxnSpMk id="17" creationId="{E7106CB5-7F89-F4D2-44B0-0E81A2C67196}"/>
          </ac:cxnSpMkLst>
        </pc:cxnChg>
        <pc:cxnChg chg="add mod">
          <ac:chgData name="Renan Xavier Cortes" userId="d6af805853004405" providerId="LiveId" clId="{A4277EE5-2EF4-4747-BBA1-CA392BC5D677}" dt="2026-01-27T20:16:41.923" v="767" actId="14100"/>
          <ac:cxnSpMkLst>
            <pc:docMk/>
            <pc:sldMk cId="3461455159" sldId="264"/>
            <ac:cxnSpMk id="19" creationId="{F071B6CF-B542-8813-12E5-A73F8810C3DC}"/>
          </ac:cxnSpMkLst>
        </pc:cxnChg>
        <pc:cxnChg chg="add mod">
          <ac:chgData name="Renan Xavier Cortes" userId="d6af805853004405" providerId="LiveId" clId="{A4277EE5-2EF4-4747-BBA1-CA392BC5D677}" dt="2026-01-27T20:16:50.167" v="770" actId="14100"/>
          <ac:cxnSpMkLst>
            <pc:docMk/>
            <pc:sldMk cId="3461455159" sldId="264"/>
            <ac:cxnSpMk id="21" creationId="{005A54FA-7973-EE1A-E4E0-3ECC838842B5}"/>
          </ac:cxnSpMkLst>
        </pc:cxnChg>
      </pc:sldChg>
      <pc:sldChg chg="addSp modSp add mod ord">
        <pc:chgData name="Renan Xavier Cortes" userId="d6af805853004405" providerId="LiveId" clId="{A4277EE5-2EF4-4747-BBA1-CA392BC5D677}" dt="2026-01-27T20:08:23.006" v="745" actId="1076"/>
        <pc:sldMkLst>
          <pc:docMk/>
          <pc:sldMk cId="642666008" sldId="265"/>
        </pc:sldMkLst>
        <pc:picChg chg="mod">
          <ac:chgData name="Renan Xavier Cortes" userId="d6af805853004405" providerId="LiveId" clId="{A4277EE5-2EF4-4747-BBA1-CA392BC5D677}" dt="2026-01-27T20:05:00.518" v="715" actId="1076"/>
          <ac:picMkLst>
            <pc:docMk/>
            <pc:sldMk cId="642666008" sldId="265"/>
            <ac:picMk id="9" creationId="{DB0C3A4B-E646-9755-88FC-E2E771B3C631}"/>
          </ac:picMkLst>
        </pc:picChg>
        <pc:picChg chg="add mod">
          <ac:chgData name="Renan Xavier Cortes" userId="d6af805853004405" providerId="LiveId" clId="{A4277EE5-2EF4-4747-BBA1-CA392BC5D677}" dt="2026-01-27T20:08:23.006" v="745" actId="1076"/>
          <ac:picMkLst>
            <pc:docMk/>
            <pc:sldMk cId="642666008" sldId="265"/>
            <ac:picMk id="2050" creationId="{A76A00DB-272A-A4A1-FFDF-8E789AAEC8A9}"/>
          </ac:picMkLst>
        </pc:picChg>
        <pc:picChg chg="add mod">
          <ac:chgData name="Renan Xavier Cortes" userId="d6af805853004405" providerId="LiveId" clId="{A4277EE5-2EF4-4747-BBA1-CA392BC5D677}" dt="2026-01-27T20:08:18.263" v="741" actId="1076"/>
          <ac:picMkLst>
            <pc:docMk/>
            <pc:sldMk cId="642666008" sldId="265"/>
            <ac:picMk id="2052" creationId="{5BE793D9-65ED-0915-373B-768C5008C1E4}"/>
          </ac:picMkLst>
        </pc:picChg>
        <pc:picChg chg="add mod">
          <ac:chgData name="Renan Xavier Cortes" userId="d6af805853004405" providerId="LiveId" clId="{A4277EE5-2EF4-4747-BBA1-CA392BC5D677}" dt="2026-01-27T20:08:19.094" v="742" actId="1076"/>
          <ac:picMkLst>
            <pc:docMk/>
            <pc:sldMk cId="642666008" sldId="265"/>
            <ac:picMk id="2054" creationId="{89BCE7AE-79CC-B98A-709D-6994CB4CB0A9}"/>
          </ac:picMkLst>
        </pc:picChg>
      </pc:sldChg>
      <pc:sldChg chg="addSp delSp modSp add mod">
        <pc:chgData name="Renan Xavier Cortes" userId="d6af805853004405" providerId="LiveId" clId="{A4277EE5-2EF4-4747-BBA1-CA392BC5D677}" dt="2026-01-27T20:17:59.735" v="782" actId="1076"/>
        <pc:sldMkLst>
          <pc:docMk/>
          <pc:sldMk cId="1505505064" sldId="266"/>
        </pc:sldMkLst>
        <pc:picChg chg="add mod">
          <ac:chgData name="Renan Xavier Cortes" userId="d6af805853004405" providerId="LiveId" clId="{A4277EE5-2EF4-4747-BBA1-CA392BC5D677}" dt="2026-01-27T20:17:47.922" v="779" actId="1076"/>
          <ac:picMkLst>
            <pc:docMk/>
            <pc:sldMk cId="1505505064" sldId="266"/>
            <ac:picMk id="6" creationId="{C5548243-DC20-19F6-0CF6-F0423F5A8455}"/>
          </ac:picMkLst>
        </pc:picChg>
        <pc:picChg chg="del">
          <ac:chgData name="Renan Xavier Cortes" userId="d6af805853004405" providerId="LiveId" clId="{A4277EE5-2EF4-4747-BBA1-CA392BC5D677}" dt="2026-01-27T20:17:23.387" v="771" actId="478"/>
          <ac:picMkLst>
            <pc:docMk/>
            <pc:sldMk cId="1505505064" sldId="266"/>
            <ac:picMk id="9" creationId="{DB0C3A4B-E646-9755-88FC-E2E771B3C631}"/>
          </ac:picMkLst>
        </pc:picChg>
        <pc:picChg chg="add mod">
          <ac:chgData name="Renan Xavier Cortes" userId="d6af805853004405" providerId="LiveId" clId="{A4277EE5-2EF4-4747-BBA1-CA392BC5D677}" dt="2026-01-27T20:17:59.735" v="782" actId="1076"/>
          <ac:picMkLst>
            <pc:docMk/>
            <pc:sldMk cId="1505505064" sldId="266"/>
            <ac:picMk id="10" creationId="{F35CA17B-F311-5078-6080-8240A044989A}"/>
          </ac:picMkLst>
        </pc:picChg>
      </pc:sldChg>
      <pc:sldChg chg="add">
        <pc:chgData name="Renan Xavier Cortes" userId="d6af805853004405" providerId="LiveId" clId="{A4277EE5-2EF4-4747-BBA1-CA392BC5D677}" dt="2026-01-27T20:17:27.281" v="772"/>
        <pc:sldMkLst>
          <pc:docMk/>
          <pc:sldMk cId="3317163073" sldId="267"/>
        </pc:sldMkLst>
      </pc:sldChg>
      <pc:sldChg chg="add">
        <pc:chgData name="Renan Xavier Cortes" userId="d6af805853004405" providerId="LiveId" clId="{A4277EE5-2EF4-4747-BBA1-CA392BC5D677}" dt="2026-01-27T20:17:27.434" v="773"/>
        <pc:sldMkLst>
          <pc:docMk/>
          <pc:sldMk cId="2980355205" sldId="268"/>
        </pc:sldMkLst>
      </pc:sldChg>
      <pc:sldChg chg="add">
        <pc:chgData name="Renan Xavier Cortes" userId="d6af805853004405" providerId="LiveId" clId="{A4277EE5-2EF4-4747-BBA1-CA392BC5D677}" dt="2026-01-27T20:17:27.590" v="774"/>
        <pc:sldMkLst>
          <pc:docMk/>
          <pc:sldMk cId="2071912024" sldId="269"/>
        </pc:sldMkLst>
      </pc:sldChg>
      <pc:sldChg chg="add">
        <pc:chgData name="Renan Xavier Cortes" userId="d6af805853004405" providerId="LiveId" clId="{A4277EE5-2EF4-4747-BBA1-CA392BC5D677}" dt="2026-01-27T20:17:27.751" v="775"/>
        <pc:sldMkLst>
          <pc:docMk/>
          <pc:sldMk cId="3116196247" sldId="270"/>
        </pc:sldMkLst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1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820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103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374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22521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92730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7952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6654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29994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2381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82524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4411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www.ufrgs.br/probabilidade-estatistica/slides/slides_2/2-2_Var%20aleatorias%20continuas%20e%20distribuicoes.pdf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ufrgs.br/probabilidade-estatistica/slides/slides_1/1-7_Probabilidade_condicional%20e%20bayes.pdf" TargetMode="External"/><Relationship Id="rId5" Type="http://schemas.openxmlformats.org/officeDocument/2006/relationships/hyperlink" Target="https://www.ufrgs.br/probabilidade-estatistica/slides/slides_1/1-6_Probabilidade_introducao%20e%20teoremas.pdf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jpe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MAT02201 – Métodos Estatísticos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826455" y="4429919"/>
            <a:ext cx="8539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Probabilidade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4992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Cronograma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54334"/>
            <a:ext cx="10310191" cy="3990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Noções de probabilidade.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Axiomas.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Probabilidade condicional.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Aplicação da probabilidade condicional.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Eventos independentes.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Distribuição normal.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Aplicações da distribuição normal.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87249BF7-3572-1EF7-C5D9-0169AD177983}"/>
              </a:ext>
            </a:extLst>
          </p:cNvPr>
          <p:cNvSpPr txBox="1"/>
          <p:nvPr/>
        </p:nvSpPr>
        <p:spPr>
          <a:xfrm>
            <a:off x="940904" y="5475907"/>
            <a:ext cx="1070843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dirty="0"/>
              <a:t>Recomenda-se a leitura de </a:t>
            </a:r>
          </a:p>
          <a:p>
            <a:pPr marL="171450" indent="-171450">
              <a:buFontTx/>
              <a:buChar char="-"/>
            </a:pPr>
            <a:r>
              <a:rPr lang="pt-BR" sz="1100" dirty="0">
                <a:hlinkClick r:id="rId5"/>
              </a:rPr>
              <a:t>https://www.ufrgs.br/probabilidade-estatistica/slides/slides_1/1-6_Probabilidade_introducao%20e%20teoremas.pdf</a:t>
            </a:r>
            <a:endParaRPr lang="pt-BR" sz="1100" dirty="0"/>
          </a:p>
          <a:p>
            <a:pPr marL="171450" indent="-171450">
              <a:buFontTx/>
              <a:buChar char="-"/>
            </a:pPr>
            <a:r>
              <a:rPr lang="pt-BR" sz="1100" dirty="0">
                <a:hlinkClick r:id="rId6"/>
              </a:rPr>
              <a:t>https://www.ufrgs.br/probabilidade-estatistica/slides/slides_1/1-7_Probabilidade_condicional%20e%20bayes.pdf</a:t>
            </a:r>
            <a:r>
              <a:rPr lang="pt-BR" sz="1100" dirty="0"/>
              <a:t> (exceto Teorema da Probabilidade Total e Teorema de </a:t>
            </a:r>
            <a:r>
              <a:rPr lang="pt-BR" sz="1100" dirty="0" err="1"/>
              <a:t>Bayes</a:t>
            </a:r>
            <a:r>
              <a:rPr lang="pt-B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pt-BR" sz="1100" dirty="0">
                <a:hlinkClick r:id="rId7"/>
              </a:rPr>
              <a:t>https://www.ufrgs.br/probabilidade-estatistica/slides/slides_2/2-2_Var%20aleatorias%20continuas%20e%20distribuicoes.pdf</a:t>
            </a:r>
            <a:r>
              <a:rPr lang="pt-BR" sz="1100" dirty="0"/>
              <a:t> (somente Item 3: Distribuição Normal)</a:t>
            </a:r>
          </a:p>
          <a:p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85971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824185"/>
            <a:ext cx="10310191" cy="3410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Probabilidade: mede o grau de incerteza associado a eventos aleatórios.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Experimento aleatório: resultado não é previsível com certeza.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Espaço amostral (Notação: Ω ou S): conjunto de todos os resultados possíveis.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Evento: subconjunto do espaço amostral (Usualmente denotado por letras como A, B, C, ...)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Exemplo: ocorrência de chuva em um dia de plantio.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Quando vai chover? Veja a previsão para o período de plantio da soja">
            <a:extLst>
              <a:ext uri="{FF2B5EF4-FFF2-40B4-BE49-F238E27FC236}">
                <a16:creationId xmlns:a16="http://schemas.microsoft.com/office/drawing/2014/main" id="{2ECD04C3-CFAF-0324-68EB-D5C3DA0DE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5532" y="4191702"/>
            <a:ext cx="2859018" cy="1896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823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3" y="970671"/>
            <a:ext cx="10310191" cy="172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Mas... Porque estudar probabilidade?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AC895CA6-530E-5D97-B9D6-6CC4B02907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3305" y="1794363"/>
            <a:ext cx="7305389" cy="4863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157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945289"/>
            <a:ext cx="10310191" cy="172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Mas... Porque estudar probabilidade?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E5F8CCC-D9FC-CC11-4349-AD81AAA3BE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0616" y="1574484"/>
            <a:ext cx="6560556" cy="5083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65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341732"/>
            <a:ext cx="10310191" cy="3607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Mas... Porque estudar probabilidade?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sz="24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Em resumo, de maneira simplificada:</a:t>
            </a:r>
          </a:p>
          <a:p>
            <a:pPr algn="ctr">
              <a:lnSpc>
                <a:spcPct val="150000"/>
              </a:lnSpc>
              <a:spcAft>
                <a:spcPts val="110"/>
              </a:spcAft>
            </a:pPr>
            <a:r>
              <a:rPr lang="pt-BR" sz="3200" b="1" dirty="0"/>
              <a:t>Estatística = Matemática + Erro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2E5D54EF-8EDF-9221-C3F8-EC312E34F55E}"/>
              </a:ext>
            </a:extLst>
          </p:cNvPr>
          <p:cNvSpPr/>
          <p:nvPr/>
        </p:nvSpPr>
        <p:spPr>
          <a:xfrm rot="10800000">
            <a:off x="8095611" y="4083114"/>
            <a:ext cx="479685" cy="6295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DFB554A-8CC3-D666-D47B-5E362ACD22B9}"/>
              </a:ext>
            </a:extLst>
          </p:cNvPr>
          <p:cNvSpPr txBox="1"/>
          <p:nvPr/>
        </p:nvSpPr>
        <p:spPr>
          <a:xfrm>
            <a:off x="6581603" y="5051705"/>
            <a:ext cx="35077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Se conseguimos estudar/medir esse erro com probabilidade, temos uma informação útil</a:t>
            </a:r>
          </a:p>
        </p:txBody>
      </p:sp>
    </p:spTree>
    <p:extLst>
      <p:ext uri="{BB962C8B-B14F-4D97-AF65-F5344CB8AC3E}">
        <p14:creationId xmlns:p14="http://schemas.microsoft.com/office/powerpoint/2010/main" val="1909341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62A550A-2F15-4636-BB02-A7AFDEC69830}"/>
              </a:ext>
            </a:extLst>
          </p:cNvPr>
          <p:cNvSpPr txBox="1"/>
          <p:nvPr/>
        </p:nvSpPr>
        <p:spPr>
          <a:xfrm>
            <a:off x="2312637" y="6528936"/>
            <a:ext cx="66053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https://bendeivide.</a:t>
            </a:r>
            <a:r>
              <a:rPr lang="pt-BR" sz="1200" i="1" dirty="0"/>
              <a:t>github</a:t>
            </a:r>
            <a:r>
              <a:rPr lang="pt-BR" sz="1100" i="1" dirty="0"/>
              <a:t>.io/book-estbasica/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B0C3A4B-E646-9755-88FC-E2E771B3C6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149" y="1258433"/>
            <a:ext cx="8075978" cy="4858288"/>
          </a:xfrm>
          <a:prstGeom prst="rect">
            <a:avLst/>
          </a:prstGeom>
        </p:spPr>
      </p:pic>
      <p:pic>
        <p:nvPicPr>
          <p:cNvPr id="2050" name="Picture 2" descr="Sementes de feijão: uma tecnologia promissora! - AgroPós">
            <a:extLst>
              <a:ext uri="{FF2B5EF4-FFF2-40B4-BE49-F238E27FC236}">
                <a16:creationId xmlns:a16="http://schemas.microsoft.com/office/drawing/2014/main" id="{A76A00DB-272A-A4A1-FFDF-8E789AAEC8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7990" y="199888"/>
            <a:ext cx="2976539" cy="1860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ezerro: quais são os primeiros cuidados desde o nascimento? - Giro do Boi">
            <a:extLst>
              <a:ext uri="{FF2B5EF4-FFF2-40B4-BE49-F238E27FC236}">
                <a16:creationId xmlns:a16="http://schemas.microsoft.com/office/drawing/2014/main" id="{5BE793D9-65ED-0915-373B-768C5008C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3053" y="4401964"/>
            <a:ext cx="2943935" cy="165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9BCE7AE-79CC-B98A-709D-6994CB4CB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334" y="2335517"/>
            <a:ext cx="2976542" cy="1860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26660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62A550A-2F15-4636-BB02-A7AFDEC69830}"/>
              </a:ext>
            </a:extLst>
          </p:cNvPr>
          <p:cNvSpPr txBox="1"/>
          <p:nvPr/>
        </p:nvSpPr>
        <p:spPr>
          <a:xfrm>
            <a:off x="2312637" y="6528936"/>
            <a:ext cx="66053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https://bendeivide.</a:t>
            </a:r>
            <a:r>
              <a:rPr lang="pt-BR" sz="1200" i="1" dirty="0"/>
              <a:t>github</a:t>
            </a:r>
            <a:r>
              <a:rPr lang="pt-BR" sz="1100" i="1" dirty="0"/>
              <a:t>.io/book-estbasica/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E70E8938-816E-96D5-3D90-4A9A5E8C01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012" y="1419664"/>
            <a:ext cx="7748050" cy="4411374"/>
          </a:xfrm>
          <a:prstGeom prst="rect">
            <a:avLst/>
          </a:prstGeom>
        </p:spPr>
      </p:pic>
      <p:pic>
        <p:nvPicPr>
          <p:cNvPr id="12" name="Picture 2" descr="Sementes de feijão: uma tecnologia promissora! - AgroPós">
            <a:extLst>
              <a:ext uri="{FF2B5EF4-FFF2-40B4-BE49-F238E27FC236}">
                <a16:creationId xmlns:a16="http://schemas.microsoft.com/office/drawing/2014/main" id="{0B47C1E1-03D9-ED60-4E23-13F4EA0FB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7990" y="199888"/>
            <a:ext cx="2976539" cy="1860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Bezerro: quais são os primeiros cuidados desde o nascimento? - Giro do Boi">
            <a:extLst>
              <a:ext uri="{FF2B5EF4-FFF2-40B4-BE49-F238E27FC236}">
                <a16:creationId xmlns:a16="http://schemas.microsoft.com/office/drawing/2014/main" id="{49A2C581-1E65-C7D6-94C3-75286C7A3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3053" y="4401964"/>
            <a:ext cx="2943935" cy="165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4DCEA58F-B876-5015-1187-521DA70C88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334" y="2335517"/>
            <a:ext cx="2976542" cy="1860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E7106CB5-7F89-F4D2-44B0-0E81A2C67196}"/>
              </a:ext>
            </a:extLst>
          </p:cNvPr>
          <p:cNvCxnSpPr>
            <a:cxnSpLocks/>
          </p:cNvCxnSpPr>
          <p:nvPr/>
        </p:nvCxnSpPr>
        <p:spPr>
          <a:xfrm flipV="1">
            <a:off x="7850724" y="1295211"/>
            <a:ext cx="804796" cy="14592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F071B6CF-B542-8813-12E5-A73F8810C3DC}"/>
              </a:ext>
            </a:extLst>
          </p:cNvPr>
          <p:cNvCxnSpPr>
            <a:cxnSpLocks/>
          </p:cNvCxnSpPr>
          <p:nvPr/>
        </p:nvCxnSpPr>
        <p:spPr>
          <a:xfrm flipV="1">
            <a:off x="7813134" y="3452333"/>
            <a:ext cx="842386" cy="23524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005A54FA-7973-EE1A-E4E0-3ECC838842B5}"/>
              </a:ext>
            </a:extLst>
          </p:cNvPr>
          <p:cNvCxnSpPr>
            <a:cxnSpLocks/>
          </p:cNvCxnSpPr>
          <p:nvPr/>
        </p:nvCxnSpPr>
        <p:spPr>
          <a:xfrm>
            <a:off x="7813134" y="4596711"/>
            <a:ext cx="842386" cy="64806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455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62A550A-2F15-4636-BB02-A7AFDEC69830}"/>
              </a:ext>
            </a:extLst>
          </p:cNvPr>
          <p:cNvSpPr txBox="1"/>
          <p:nvPr/>
        </p:nvSpPr>
        <p:spPr>
          <a:xfrm>
            <a:off x="2312637" y="6528936"/>
            <a:ext cx="66053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https://bendeivide.</a:t>
            </a:r>
            <a:r>
              <a:rPr lang="pt-BR" sz="1200" i="1" dirty="0"/>
              <a:t>github</a:t>
            </a:r>
            <a:r>
              <a:rPr lang="pt-BR" sz="1100" i="1" dirty="0"/>
              <a:t>.io/book-estbasica/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5548243-DC20-19F6-0CF6-F0423F5A84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739" y="1932152"/>
            <a:ext cx="8109236" cy="2993695"/>
          </a:xfrm>
          <a:prstGeom prst="rect">
            <a:avLst/>
          </a:prstGeom>
        </p:spPr>
      </p:pic>
      <p:pic>
        <p:nvPicPr>
          <p:cNvPr id="10" name="Picture 4" descr="Bezerro: quais são os primeiros cuidados desde o nascimento? - Giro do Boi">
            <a:extLst>
              <a:ext uri="{FF2B5EF4-FFF2-40B4-BE49-F238E27FC236}">
                <a16:creationId xmlns:a16="http://schemas.microsoft.com/office/drawing/2014/main" id="{F35CA17B-F311-5078-6080-8240A0449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7990" y="2601017"/>
            <a:ext cx="2943935" cy="165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55050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62A550A-2F15-4636-BB02-A7AFDEC69830}"/>
              </a:ext>
            </a:extLst>
          </p:cNvPr>
          <p:cNvSpPr txBox="1"/>
          <p:nvPr/>
        </p:nvSpPr>
        <p:spPr>
          <a:xfrm>
            <a:off x="2312637" y="6528936"/>
            <a:ext cx="66053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https://bendeivide.</a:t>
            </a:r>
            <a:r>
              <a:rPr lang="pt-BR" sz="1200" i="1" dirty="0"/>
              <a:t>github</a:t>
            </a:r>
            <a:r>
              <a:rPr lang="pt-BR" sz="1100" i="1" dirty="0"/>
              <a:t>.io/book-estbasica/</a:t>
            </a:r>
          </a:p>
        </p:txBody>
      </p:sp>
    </p:spTree>
    <p:extLst>
      <p:ext uri="{BB962C8B-B14F-4D97-AF65-F5344CB8AC3E}">
        <p14:creationId xmlns:p14="http://schemas.microsoft.com/office/powerpoint/2010/main" val="331716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62A550A-2F15-4636-BB02-A7AFDEC69830}"/>
              </a:ext>
            </a:extLst>
          </p:cNvPr>
          <p:cNvSpPr txBox="1"/>
          <p:nvPr/>
        </p:nvSpPr>
        <p:spPr>
          <a:xfrm>
            <a:off x="2312637" y="6528936"/>
            <a:ext cx="66053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https://bendeivide.</a:t>
            </a:r>
            <a:r>
              <a:rPr lang="pt-BR" sz="1200" i="1" dirty="0"/>
              <a:t>github</a:t>
            </a:r>
            <a:r>
              <a:rPr lang="pt-BR" sz="1100" i="1" dirty="0"/>
              <a:t>.io/book-estbasica/</a:t>
            </a:r>
          </a:p>
        </p:txBody>
      </p:sp>
    </p:spTree>
    <p:extLst>
      <p:ext uri="{BB962C8B-B14F-4D97-AF65-F5344CB8AC3E}">
        <p14:creationId xmlns:p14="http://schemas.microsoft.com/office/powerpoint/2010/main" val="2980355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62A550A-2F15-4636-BB02-A7AFDEC69830}"/>
              </a:ext>
            </a:extLst>
          </p:cNvPr>
          <p:cNvSpPr txBox="1"/>
          <p:nvPr/>
        </p:nvSpPr>
        <p:spPr>
          <a:xfrm>
            <a:off x="2312637" y="6528936"/>
            <a:ext cx="66053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https://bendeivide.</a:t>
            </a:r>
            <a:r>
              <a:rPr lang="pt-BR" sz="1200" i="1" dirty="0"/>
              <a:t>github</a:t>
            </a:r>
            <a:r>
              <a:rPr lang="pt-BR" sz="1100" i="1" dirty="0"/>
              <a:t>.io/book-estbasica/</a:t>
            </a:r>
          </a:p>
        </p:txBody>
      </p:sp>
    </p:spTree>
    <p:extLst>
      <p:ext uri="{BB962C8B-B14F-4D97-AF65-F5344CB8AC3E}">
        <p14:creationId xmlns:p14="http://schemas.microsoft.com/office/powerpoint/2010/main" val="2071912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59189" y="199888"/>
            <a:ext cx="1004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de Probabilidade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62A550A-2F15-4636-BB02-A7AFDEC69830}"/>
              </a:ext>
            </a:extLst>
          </p:cNvPr>
          <p:cNvSpPr txBox="1"/>
          <p:nvPr/>
        </p:nvSpPr>
        <p:spPr>
          <a:xfrm>
            <a:off x="2312637" y="6528936"/>
            <a:ext cx="66053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https://bendeivide.</a:t>
            </a:r>
            <a:r>
              <a:rPr lang="pt-BR" sz="1200" i="1" dirty="0"/>
              <a:t>github</a:t>
            </a:r>
            <a:r>
              <a:rPr lang="pt-BR" sz="1100" i="1" dirty="0"/>
              <a:t>.io/book-estbasica/</a:t>
            </a:r>
          </a:p>
        </p:txBody>
      </p:sp>
    </p:spTree>
    <p:extLst>
      <p:ext uri="{BB962C8B-B14F-4D97-AF65-F5344CB8AC3E}">
        <p14:creationId xmlns:p14="http://schemas.microsoft.com/office/powerpoint/2010/main" val="3116196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10453</TotalTime>
  <Words>377</Words>
  <Application>Microsoft Office PowerPoint</Application>
  <PresentationFormat>Widescreen</PresentationFormat>
  <Paragraphs>57</Paragraphs>
  <Slides>13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0" baseType="lpstr">
      <vt:lpstr>Arial</vt:lpstr>
      <vt:lpstr>Arial Nova</vt:lpstr>
      <vt:lpstr>Calibri</vt:lpstr>
      <vt:lpstr>Calibri Light</vt:lpstr>
      <vt:lpstr>Cambria</vt:lpstr>
      <vt:lpstr>Wingdings</vt:lpstr>
      <vt:lpstr>Tema do Office</vt:lpstr>
      <vt:lpstr>MAT02201 – Métodos Estatísticos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106</cp:revision>
  <dcterms:created xsi:type="dcterms:W3CDTF">2020-10-25T10:14:05Z</dcterms:created>
  <dcterms:modified xsi:type="dcterms:W3CDTF">2026-01-28T17:59:17Z</dcterms:modified>
</cp:coreProperties>
</file>