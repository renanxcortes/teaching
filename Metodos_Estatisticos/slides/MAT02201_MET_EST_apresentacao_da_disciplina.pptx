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88" r:id="rId4"/>
    <p:sldId id="289" r:id="rId5"/>
    <p:sldId id="290" r:id="rId6"/>
    <p:sldId id="29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Xavier Cortes" userId="d6af805853004405" providerId="LiveId" clId="{65178925-553F-44CD-8832-B58BC3905EFA}"/>
    <pc:docChg chg="modSld">
      <pc:chgData name="Renan Xavier Cortes" userId="d6af805853004405" providerId="LiveId" clId="{65178925-553F-44CD-8832-B58BC3905EFA}" dt="2026-02-06T18:49:22.395" v="28" actId="20577"/>
      <pc:docMkLst>
        <pc:docMk/>
      </pc:docMkLst>
      <pc:sldChg chg="modSp mod">
        <pc:chgData name="Renan Xavier Cortes" userId="d6af805853004405" providerId="LiveId" clId="{65178925-553F-44CD-8832-B58BC3905EFA}" dt="2026-02-06T18:49:22.395" v="28" actId="20577"/>
        <pc:sldMkLst>
          <pc:docMk/>
          <pc:sldMk cId="1859719164" sldId="259"/>
        </pc:sldMkLst>
        <pc:spChg chg="mod">
          <ac:chgData name="Renan Xavier Cortes" userId="d6af805853004405" providerId="LiveId" clId="{65178925-553F-44CD-8832-B58BC3905EFA}" dt="2026-02-06T18:49:22.395" v="28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modSp mod">
        <pc:chgData name="Renan Xavier Cortes" userId="d6af805853004405" providerId="LiveId" clId="{65178925-553F-44CD-8832-B58BC3905EFA}" dt="2026-02-06T18:45:22.605" v="7" actId="20577"/>
        <pc:sldMkLst>
          <pc:docMk/>
          <pc:sldMk cId="1152571280" sldId="288"/>
        </pc:sldMkLst>
        <pc:spChg chg="mod">
          <ac:chgData name="Renan Xavier Cortes" userId="d6af805853004405" providerId="LiveId" clId="{65178925-553F-44CD-8832-B58BC3905EFA}" dt="2026-02-06T18:45:22.605" v="7" actId="20577"/>
          <ac:spMkLst>
            <pc:docMk/>
            <pc:sldMk cId="1152571280" sldId="288"/>
            <ac:spMk id="14" creationId="{427DBFEB-81BF-4CC3-A411-FBF43D295C56}"/>
          </ac:spMkLst>
        </pc:spChg>
      </pc:sldChg>
      <pc:sldChg chg="modSp mod">
        <pc:chgData name="Renan Xavier Cortes" userId="d6af805853004405" providerId="LiveId" clId="{65178925-553F-44CD-8832-B58BC3905EFA}" dt="2026-02-06T18:46:26.375" v="9" actId="20577"/>
        <pc:sldMkLst>
          <pc:docMk/>
          <pc:sldMk cId="3980882677" sldId="291"/>
        </pc:sldMkLst>
        <pc:spChg chg="mod">
          <ac:chgData name="Renan Xavier Cortes" userId="d6af805853004405" providerId="LiveId" clId="{65178925-553F-44CD-8832-B58BC3905EFA}" dt="2026-02-06T18:46:26.375" v="9" actId="20577"/>
          <ac:spMkLst>
            <pc:docMk/>
            <pc:sldMk cId="3980882677" sldId="291"/>
            <ac:spMk id="14" creationId="{427DBFEB-81BF-4CC3-A411-FBF43D295C56}"/>
          </ac:spMkLst>
        </pc:spChg>
      </pc:sldChg>
    </pc:docChg>
  </pc:docChgLst>
  <pc:docChgLst>
    <pc:chgData name="Renan Xavier Cortes" userId="d6af805853004405" providerId="LiveId" clId="{CF82A937-C4F3-44CF-9100-1D2F0D2BED4D}"/>
    <pc:docChg chg="modSld">
      <pc:chgData name="Renan Xavier Cortes" userId="d6af805853004405" providerId="LiveId" clId="{CF82A937-C4F3-44CF-9100-1D2F0D2BED4D}" dt="2026-01-30T18:28:37.452" v="45" actId="20577"/>
      <pc:docMkLst>
        <pc:docMk/>
      </pc:docMkLst>
      <pc:sldChg chg="modSp mod">
        <pc:chgData name="Renan Xavier Cortes" userId="d6af805853004405" providerId="LiveId" clId="{CF82A937-C4F3-44CF-9100-1D2F0D2BED4D}" dt="2026-01-30T18:28:37.452" v="45" actId="20577"/>
        <pc:sldMkLst>
          <pc:docMk/>
          <pc:sldMk cId="1265083167" sldId="289"/>
        </pc:sldMkLst>
        <pc:spChg chg="mod">
          <ac:chgData name="Renan Xavier Cortes" userId="d6af805853004405" providerId="LiveId" clId="{CF82A937-C4F3-44CF-9100-1D2F0D2BED4D}" dt="2026-01-30T18:28:37.452" v="45" actId="20577"/>
          <ac:spMkLst>
            <pc:docMk/>
            <pc:sldMk cId="1265083167" sldId="289"/>
            <ac:spMk id="14" creationId="{427DBFEB-81BF-4CC3-A411-FBF43D295C56}"/>
          </ac:spMkLst>
        </pc:spChg>
      </pc:sldChg>
    </pc:docChg>
  </pc:docChgLst>
  <pc:docChgLst>
    <pc:chgData name="Renan Xavier Cortes" userId="d6af805853004405" providerId="LiveId" clId="{6CBA8CAD-390F-4A11-B907-BBB4B6E0B449}"/>
    <pc:docChg chg="undo custSel addSld delSld modSld">
      <pc:chgData name="Renan Xavier Cortes" userId="d6af805853004405" providerId="LiveId" clId="{6CBA8CAD-390F-4A11-B907-BBB4B6E0B449}" dt="2026-01-21T21:00:53.358" v="2269"/>
      <pc:docMkLst>
        <pc:docMk/>
      </pc:docMkLst>
      <pc:sldChg chg="modSp mod modAnim">
        <pc:chgData name="Renan Xavier Cortes" userId="d6af805853004405" providerId="LiveId" clId="{6CBA8CAD-390F-4A11-B907-BBB4B6E0B449}" dt="2026-01-21T20:32:15.264" v="2075" actId="20577"/>
        <pc:sldMkLst>
          <pc:docMk/>
          <pc:sldMk cId="1859719164" sldId="259"/>
        </pc:sldMkLst>
        <pc:spChg chg="mod">
          <ac:chgData name="Renan Xavier Cortes" userId="d6af805853004405" providerId="LiveId" clId="{6CBA8CAD-390F-4A11-B907-BBB4B6E0B449}" dt="2026-01-21T18:21:08.433" v="1046" actId="1076"/>
          <ac:spMkLst>
            <pc:docMk/>
            <pc:sldMk cId="1859719164" sldId="259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20:32:15.264" v="2075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modSp add mod setBg modAnim">
        <pc:chgData name="Renan Xavier Cortes" userId="d6af805853004405" providerId="LiveId" clId="{6CBA8CAD-390F-4A11-B907-BBB4B6E0B449}" dt="2026-01-21T18:27:43.477" v="1241"/>
        <pc:sldMkLst>
          <pc:docMk/>
          <pc:sldMk cId="2921823341" sldId="260"/>
        </pc:sldMkLst>
        <pc:spChg chg="mod">
          <ac:chgData name="Renan Xavier Cortes" userId="d6af805853004405" providerId="LiveId" clId="{6CBA8CAD-390F-4A11-B907-BBB4B6E0B449}" dt="2026-01-21T18:21:08.116" v="1045" actId="1076"/>
          <ac:spMkLst>
            <pc:docMk/>
            <pc:sldMk cId="2921823341" sldId="260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23.079" v="123" actId="1076"/>
          <ac:spMkLst>
            <pc:docMk/>
            <pc:sldMk cId="2921823341" sldId="260"/>
            <ac:spMk id="14" creationId="{427DBFEB-81BF-4CC3-A411-FBF43D295C56}"/>
          </ac:spMkLst>
        </pc:spChg>
      </pc:sldChg>
      <pc:sldChg chg="modSp add mod modAnim">
        <pc:chgData name="Renan Xavier Cortes" userId="d6af805853004405" providerId="LiveId" clId="{6CBA8CAD-390F-4A11-B907-BBB4B6E0B449}" dt="2026-01-21T18:27:45.974" v="1242"/>
        <pc:sldMkLst>
          <pc:docMk/>
          <pc:sldMk cId="2121898900" sldId="261"/>
        </pc:sldMkLst>
        <pc:spChg chg="mod">
          <ac:chgData name="Renan Xavier Cortes" userId="d6af805853004405" providerId="LiveId" clId="{6CBA8CAD-390F-4A11-B907-BBB4B6E0B449}" dt="2026-01-21T18:21:07.798" v="1044" actId="1076"/>
          <ac:spMkLst>
            <pc:docMk/>
            <pc:sldMk cId="2121898900" sldId="261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0:30.629" v="124" actId="1076"/>
          <ac:spMkLst>
            <pc:docMk/>
            <pc:sldMk cId="2121898900" sldId="261"/>
            <ac:spMk id="14" creationId="{427DBFEB-81BF-4CC3-A411-FBF43D295C5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8:27:49.174" v="1243"/>
        <pc:sldMkLst>
          <pc:docMk/>
          <pc:sldMk cId="2689213611" sldId="262"/>
        </pc:sldMkLst>
        <pc:spChg chg="mod">
          <ac:chgData name="Renan Xavier Cortes" userId="d6af805853004405" providerId="LiveId" clId="{6CBA8CAD-390F-4A11-B907-BBB4B6E0B449}" dt="2026-01-21T18:21:07.566" v="1043" actId="1076"/>
          <ac:spMkLst>
            <pc:docMk/>
            <pc:sldMk cId="2689213611" sldId="262"/>
            <ac:spMk id="8" creationId="{39AE06C5-34BE-4D68-97C3-4C07702C2DF6}"/>
          </ac:spMkLst>
        </pc:spChg>
        <pc:spChg chg="mod">
          <ac:chgData name="Renan Xavier Cortes" userId="d6af805853004405" providerId="LiveId" clId="{6CBA8CAD-390F-4A11-B907-BBB4B6E0B449}" dt="2026-01-21T12:56:51.360" v="239" actId="1076"/>
          <ac:spMkLst>
            <pc:docMk/>
            <pc:sldMk cId="2689213611" sldId="262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12:19.893" v="470" actId="1076"/>
          <ac:picMkLst>
            <pc:docMk/>
            <pc:sldMk cId="2689213611" sldId="262"/>
            <ac:picMk id="5" creationId="{B75BA797-89E6-A590-E6E0-1930AE23BE87}"/>
          </ac:picMkLst>
        </pc:picChg>
        <pc:picChg chg="add mod">
          <ac:chgData name="Renan Xavier Cortes" userId="d6af805853004405" providerId="LiveId" clId="{6CBA8CAD-390F-4A11-B907-BBB4B6E0B449}" dt="2026-01-21T12:52:15.476" v="224" actId="1076"/>
          <ac:picMkLst>
            <pc:docMk/>
            <pc:sldMk cId="2689213611" sldId="262"/>
            <ac:picMk id="1026" creationId="{3AF06A5C-D23B-2668-9192-9EBD3941659A}"/>
          </ac:picMkLst>
        </pc:picChg>
        <pc:picChg chg="add del mod">
          <ac:chgData name="Renan Xavier Cortes" userId="d6af805853004405" providerId="LiveId" clId="{6CBA8CAD-390F-4A11-B907-BBB4B6E0B449}" dt="2026-01-21T13:11:02.235" v="456" actId="478"/>
          <ac:picMkLst>
            <pc:docMk/>
            <pc:sldMk cId="2689213611" sldId="262"/>
            <ac:picMk id="1028" creationId="{DA3B7BDF-718D-955C-F889-8AC8A1DCBC20}"/>
          </ac:picMkLst>
        </pc:picChg>
        <pc:picChg chg="add del mod">
          <ac:chgData name="Renan Xavier Cortes" userId="d6af805853004405" providerId="LiveId" clId="{6CBA8CAD-390F-4A11-B907-BBB4B6E0B449}" dt="2026-01-21T13:11:38.475" v="462" actId="478"/>
          <ac:picMkLst>
            <pc:docMk/>
            <pc:sldMk cId="2689213611" sldId="262"/>
            <ac:picMk id="1030" creationId="{B3AD39F1-033B-7A4E-B6EE-FD3713D8D962}"/>
          </ac:picMkLst>
        </pc:picChg>
        <pc:picChg chg="add del mod">
          <ac:chgData name="Renan Xavier Cortes" userId="d6af805853004405" providerId="LiveId" clId="{6CBA8CAD-390F-4A11-B907-BBB4B6E0B449}" dt="2026-01-21T13:12:11.437" v="465" actId="478"/>
          <ac:picMkLst>
            <pc:docMk/>
            <pc:sldMk cId="2689213611" sldId="262"/>
            <ac:picMk id="1032" creationId="{FF87EAF8-5213-0FCC-8C98-B9AD5FF62219}"/>
          </ac:picMkLst>
        </pc:picChg>
      </pc:sldChg>
      <pc:sldChg chg="addSp delSp modSp add mod addAnim delAnim">
        <pc:chgData name="Renan Xavier Cortes" userId="d6af805853004405" providerId="LiveId" clId="{6CBA8CAD-390F-4A11-B907-BBB4B6E0B449}" dt="2026-01-21T18:21:07.371" v="1042" actId="1076"/>
        <pc:sldMkLst>
          <pc:docMk/>
          <pc:sldMk cId="1495373715" sldId="263"/>
        </pc:sldMkLst>
        <pc:spChg chg="add mod">
          <ac:chgData name="Renan Xavier Cortes" userId="d6af805853004405" providerId="LiveId" clId="{6CBA8CAD-390F-4A11-B907-BBB4B6E0B449}" dt="2026-01-21T13:01:54.451" v="356" actId="1076"/>
          <ac:spMkLst>
            <pc:docMk/>
            <pc:sldMk cId="1495373715" sldId="263"/>
            <ac:spMk id="6" creationId="{E4A74DC5-A696-506E-884C-C89CEEA7D8F7}"/>
          </ac:spMkLst>
        </pc:spChg>
        <pc:spChg chg="mod">
          <ac:chgData name="Renan Xavier Cortes" userId="d6af805853004405" providerId="LiveId" clId="{6CBA8CAD-390F-4A11-B907-BBB4B6E0B449}" dt="2026-01-21T18:21:07.371" v="1042" actId="1076"/>
          <ac:spMkLst>
            <pc:docMk/>
            <pc:sldMk cId="1495373715" sldId="263"/>
            <ac:spMk id="8" creationId="{39AE06C5-34BE-4D68-97C3-4C07702C2DF6}"/>
          </ac:spMkLst>
        </pc:spChg>
        <pc:spChg chg="add del mod">
          <ac:chgData name="Renan Xavier Cortes" userId="d6af805853004405" providerId="LiveId" clId="{6CBA8CAD-390F-4A11-B907-BBB4B6E0B449}" dt="2026-01-21T13:00:39.412" v="323" actId="478"/>
          <ac:spMkLst>
            <pc:docMk/>
            <pc:sldMk cId="1495373715" sldId="263"/>
            <ac:spMk id="14" creationId="{427DBFEB-81BF-4CC3-A411-FBF43D295C56}"/>
          </ac:spMkLst>
        </pc:spChg>
        <pc:picChg chg="add mod">
          <ac:chgData name="Renan Xavier Cortes" userId="d6af805853004405" providerId="LiveId" clId="{6CBA8CAD-390F-4A11-B907-BBB4B6E0B449}" dt="2026-01-21T13:01:23.017" v="328" actId="1076"/>
          <ac:picMkLst>
            <pc:docMk/>
            <pc:sldMk cId="1495373715" sldId="263"/>
            <ac:picMk id="5" creationId="{99503125-E213-E8F6-DAF3-BEC6F775BCC7}"/>
          </ac:picMkLst>
        </pc:picChg>
        <pc:picChg chg="del">
          <ac:chgData name="Renan Xavier Cortes" userId="d6af805853004405" providerId="LiveId" clId="{6CBA8CAD-390F-4A11-B907-BBB4B6E0B449}" dt="2026-01-21T12:57:41.054" v="267" actId="478"/>
          <ac:picMkLst>
            <pc:docMk/>
            <pc:sldMk cId="1495373715" sldId="263"/>
            <ac:picMk id="1026" creationId="{3AF06A5C-D23B-2668-9192-9EBD3941659A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7:56.296" v="1244"/>
        <pc:sldMkLst>
          <pc:docMk/>
          <pc:sldMk cId="612877480" sldId="264"/>
        </pc:sldMkLst>
        <pc:spChg chg="add mod">
          <ac:chgData name="Renan Xavier Cortes" userId="d6af805853004405" providerId="LiveId" clId="{6CBA8CAD-390F-4A11-B907-BBB4B6E0B449}" dt="2026-01-21T13:36:06.850" v="841" actId="1076"/>
          <ac:spMkLst>
            <pc:docMk/>
            <pc:sldMk cId="612877480" sldId="264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7.154" v="1041" actId="1076"/>
          <ac:spMkLst>
            <pc:docMk/>
            <pc:sldMk cId="612877480" sldId="264"/>
            <ac:spMk id="8" creationId="{39AE06C5-34BE-4D68-97C3-4C07702C2DF6}"/>
          </ac:spMkLst>
        </pc:spChg>
        <pc:spChg chg="del mod">
          <ac:chgData name="Renan Xavier Cortes" userId="d6af805853004405" providerId="LiveId" clId="{6CBA8CAD-390F-4A11-B907-BBB4B6E0B449}" dt="2026-01-21T13:14:12.001" v="508" actId="478"/>
          <ac:spMkLst>
            <pc:docMk/>
            <pc:sldMk cId="612877480" sldId="264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00:47.167" v="326" actId="478"/>
          <ac:picMkLst>
            <pc:docMk/>
            <pc:sldMk cId="612877480" sldId="264"/>
            <ac:picMk id="5" creationId="{99503125-E213-E8F6-DAF3-BEC6F775BCC7}"/>
          </ac:picMkLst>
        </pc:picChg>
        <pc:picChg chg="add del mod">
          <ac:chgData name="Renan Xavier Cortes" userId="d6af805853004405" providerId="LiveId" clId="{6CBA8CAD-390F-4A11-B907-BBB4B6E0B449}" dt="2026-01-21T13:09:02.318" v="445" actId="478"/>
          <ac:picMkLst>
            <pc:docMk/>
            <pc:sldMk cId="612877480" sldId="264"/>
            <ac:picMk id="2050" creationId="{4E6A8334-909C-5345-FD38-6DE6C71617FE}"/>
          </ac:picMkLst>
        </pc:picChg>
        <pc:picChg chg="add del mod">
          <ac:chgData name="Renan Xavier Cortes" userId="d6af805853004405" providerId="LiveId" clId="{6CBA8CAD-390F-4A11-B907-BBB4B6E0B449}" dt="2026-01-21T13:09:02.823" v="446" actId="478"/>
          <ac:picMkLst>
            <pc:docMk/>
            <pc:sldMk cId="612877480" sldId="264"/>
            <ac:picMk id="2052" creationId="{A4619851-0E89-7971-65B8-8C06288BD402}"/>
          </ac:picMkLst>
        </pc:picChg>
        <pc:picChg chg="add mod">
          <ac:chgData name="Renan Xavier Cortes" userId="d6af805853004405" providerId="LiveId" clId="{6CBA8CAD-390F-4A11-B907-BBB4B6E0B449}" dt="2026-01-21T13:18:06.064" v="616" actId="1076"/>
          <ac:picMkLst>
            <pc:docMk/>
            <pc:sldMk cId="612877480" sldId="264"/>
            <ac:picMk id="2054" creationId="{9BBBB796-11B1-9E9B-9024-C023ED27709B}"/>
          </ac:picMkLst>
        </pc:picChg>
        <pc:picChg chg="add mod">
          <ac:chgData name="Renan Xavier Cortes" userId="d6af805853004405" providerId="LiveId" clId="{6CBA8CAD-390F-4A11-B907-BBB4B6E0B449}" dt="2026-01-21T13:35:54.165" v="840" actId="1076"/>
          <ac:picMkLst>
            <pc:docMk/>
            <pc:sldMk cId="612877480" sldId="264"/>
            <ac:picMk id="2056" creationId="{750C220B-DEEE-CE57-43CB-5AB737C5E7AC}"/>
          </ac:picMkLst>
        </pc:picChg>
        <pc:picChg chg="add del mod">
          <ac:chgData name="Renan Xavier Cortes" userId="d6af805853004405" providerId="LiveId" clId="{6CBA8CAD-390F-4A11-B907-BBB4B6E0B449}" dt="2026-01-21T13:34:49.369" v="767" actId="478"/>
          <ac:picMkLst>
            <pc:docMk/>
            <pc:sldMk cId="612877480" sldId="264"/>
            <ac:picMk id="2058" creationId="{04060264-FEF9-2D28-9DF9-52482BDA4C9B}"/>
          </ac:picMkLst>
        </pc:picChg>
      </pc:sldChg>
      <pc:sldChg chg="modSp add modAnim">
        <pc:chgData name="Renan Xavier Cortes" userId="d6af805853004405" providerId="LiveId" clId="{6CBA8CAD-390F-4A11-B907-BBB4B6E0B449}" dt="2026-01-21T18:28:01.649" v="1246"/>
        <pc:sldMkLst>
          <pc:docMk/>
          <pc:sldMk cId="607923279" sldId="265"/>
        </pc:sldMkLst>
        <pc:spChg chg="mod">
          <ac:chgData name="Renan Xavier Cortes" userId="d6af805853004405" providerId="LiveId" clId="{6CBA8CAD-390F-4A11-B907-BBB4B6E0B449}" dt="2026-01-21T13:20:28.364" v="734" actId="5793"/>
          <ac:spMkLst>
            <pc:docMk/>
            <pc:sldMk cId="607923279" sldId="265"/>
            <ac:spMk id="14" creationId="{427DBFEB-81BF-4CC3-A411-FBF43D295C56}"/>
          </ac:spMkLst>
        </pc:spChg>
        <pc:picChg chg="mod">
          <ac:chgData name="Renan Xavier Cortes" userId="d6af805853004405" providerId="LiveId" clId="{6CBA8CAD-390F-4A11-B907-BBB4B6E0B449}" dt="2026-01-21T13:20:33.305" v="736" actId="1076"/>
          <ac:picMkLst>
            <pc:docMk/>
            <pc:sldMk cId="607923279" sldId="265"/>
            <ac:picMk id="2050" creationId="{4E6A8334-909C-5345-FD38-6DE6C71617FE}"/>
          </ac:picMkLst>
        </pc:picChg>
        <pc:picChg chg="mod">
          <ac:chgData name="Renan Xavier Cortes" userId="d6af805853004405" providerId="LiveId" clId="{6CBA8CAD-390F-4A11-B907-BBB4B6E0B449}" dt="2026-01-21T13:20:35.259" v="737" actId="14100"/>
          <ac:picMkLst>
            <pc:docMk/>
            <pc:sldMk cId="607923279" sldId="265"/>
            <ac:picMk id="2052" creationId="{A4619851-0E89-7971-65B8-8C06288BD402}"/>
          </ac:picMkLst>
        </pc:picChg>
      </pc:sldChg>
      <pc:sldChg chg="delSp add del">
        <pc:chgData name="Renan Xavier Cortes" userId="d6af805853004405" providerId="LiveId" clId="{6CBA8CAD-390F-4A11-B907-BBB4B6E0B449}" dt="2026-01-21T13:31:31.518" v="744" actId="47"/>
        <pc:sldMkLst>
          <pc:docMk/>
          <pc:sldMk cId="2167676923" sldId="266"/>
        </pc:sldMkLst>
        <pc:picChg chg="del">
          <ac:chgData name="Renan Xavier Cortes" userId="d6af805853004405" providerId="LiveId" clId="{6CBA8CAD-390F-4A11-B907-BBB4B6E0B449}" dt="2026-01-21T13:30:49.800" v="741" actId="478"/>
          <ac:picMkLst>
            <pc:docMk/>
            <pc:sldMk cId="2167676923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0:50.789" v="743" actId="478"/>
          <ac:picMkLst>
            <pc:docMk/>
            <pc:sldMk cId="2167676923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0:50.246" v="742" actId="478"/>
          <ac:picMkLst>
            <pc:docMk/>
            <pc:sldMk cId="2167676923" sldId="266"/>
            <ac:picMk id="2058" creationId="{04060264-FEF9-2D28-9DF9-52482BDA4C9B}"/>
          </ac:picMkLst>
        </pc:picChg>
      </pc:sldChg>
      <pc:sldChg chg="delSp modSp add mod modAnim">
        <pc:chgData name="Renan Xavier Cortes" userId="d6af805853004405" providerId="LiveId" clId="{6CBA8CAD-390F-4A11-B907-BBB4B6E0B449}" dt="2026-01-21T18:27:58.688" v="1245"/>
        <pc:sldMkLst>
          <pc:docMk/>
          <pc:sldMk cId="3391640227" sldId="266"/>
        </pc:sldMkLst>
        <pc:spChg chg="mod">
          <ac:chgData name="Renan Xavier Cortes" userId="d6af805853004405" providerId="LiveId" clId="{6CBA8CAD-390F-4A11-B907-BBB4B6E0B449}" dt="2026-01-21T13:42:03.435" v="944" actId="20577"/>
          <ac:spMkLst>
            <pc:docMk/>
            <pc:sldMk cId="3391640227" sldId="266"/>
            <ac:spMk id="4" creationId="{A3F14000-383F-850F-E6AA-F5007930D551}"/>
          </ac:spMkLst>
        </pc:spChg>
        <pc:spChg chg="mod">
          <ac:chgData name="Renan Xavier Cortes" userId="d6af805853004405" providerId="LiveId" clId="{6CBA8CAD-390F-4A11-B907-BBB4B6E0B449}" dt="2026-01-21T18:21:06.912" v="1040" actId="1076"/>
          <ac:spMkLst>
            <pc:docMk/>
            <pc:sldMk cId="3391640227" sldId="266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3:32:08.926" v="746" actId="478"/>
          <ac:picMkLst>
            <pc:docMk/>
            <pc:sldMk cId="3391640227" sldId="266"/>
            <ac:picMk id="2054" creationId="{9BBBB796-11B1-9E9B-9024-C023ED27709B}"/>
          </ac:picMkLst>
        </pc:picChg>
        <pc:picChg chg="del">
          <ac:chgData name="Renan Xavier Cortes" userId="d6af805853004405" providerId="LiveId" clId="{6CBA8CAD-390F-4A11-B907-BBB4B6E0B449}" dt="2026-01-21T13:32:10.004" v="748" actId="478"/>
          <ac:picMkLst>
            <pc:docMk/>
            <pc:sldMk cId="3391640227" sldId="266"/>
            <ac:picMk id="2056" creationId="{750C220B-DEEE-CE57-43CB-5AB737C5E7AC}"/>
          </ac:picMkLst>
        </pc:picChg>
        <pc:picChg chg="del">
          <ac:chgData name="Renan Xavier Cortes" userId="d6af805853004405" providerId="LiveId" clId="{6CBA8CAD-390F-4A11-B907-BBB4B6E0B449}" dt="2026-01-21T13:32:09.372" v="747" actId="478"/>
          <ac:picMkLst>
            <pc:docMk/>
            <pc:sldMk cId="3391640227" sldId="266"/>
            <ac:picMk id="2058" creationId="{04060264-FEF9-2D28-9DF9-52482BDA4C9B}"/>
          </ac:picMkLst>
        </pc:picChg>
      </pc:sldChg>
      <pc:sldChg chg="addSp delSp modSp add mod delAnim modAnim">
        <pc:chgData name="Renan Xavier Cortes" userId="d6af805853004405" providerId="LiveId" clId="{6CBA8CAD-390F-4A11-B907-BBB4B6E0B449}" dt="2026-01-21T18:28:05.192" v="1247"/>
        <pc:sldMkLst>
          <pc:docMk/>
          <pc:sldMk cId="1343228278" sldId="267"/>
        </pc:sldMkLst>
        <pc:spChg chg="add mod">
          <ac:chgData name="Renan Xavier Cortes" userId="d6af805853004405" providerId="LiveId" clId="{6CBA8CAD-390F-4A11-B907-BBB4B6E0B449}" dt="2026-01-21T13:42:09.587" v="946" actId="20577"/>
          <ac:spMkLst>
            <pc:docMk/>
            <pc:sldMk cId="1343228278" sldId="26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3:40:12.521" v="911"/>
          <ac:spMkLst>
            <pc:docMk/>
            <pc:sldMk cId="1343228278" sldId="267"/>
            <ac:spMk id="5" creationId="{761FBCEB-4A99-0E96-EB2F-126B5E2ADEDE}"/>
          </ac:spMkLst>
        </pc:spChg>
        <pc:spChg chg="add">
          <ac:chgData name="Renan Xavier Cortes" userId="d6af805853004405" providerId="LiveId" clId="{6CBA8CAD-390F-4A11-B907-BBB4B6E0B449}" dt="2026-01-21T13:40:28.193" v="916"/>
          <ac:spMkLst>
            <pc:docMk/>
            <pc:sldMk cId="1343228278" sldId="267"/>
            <ac:spMk id="6" creationId="{23BAF368-5B04-A6D4-F4BA-78FE4BDB80E1}"/>
          </ac:spMkLst>
        </pc:spChg>
        <pc:spChg chg="del mod">
          <ac:chgData name="Renan Xavier Cortes" userId="d6af805853004405" providerId="LiveId" clId="{6CBA8CAD-390F-4A11-B907-BBB4B6E0B449}" dt="2026-01-21T13:38:48.266" v="879" actId="478"/>
          <ac:spMkLst>
            <pc:docMk/>
            <pc:sldMk cId="1343228278" sldId="267"/>
            <ac:spMk id="14" creationId="{427DBFEB-81BF-4CC3-A411-FBF43D295C56}"/>
          </ac:spMkLst>
        </pc:spChg>
        <pc:picChg chg="del">
          <ac:chgData name="Renan Xavier Cortes" userId="d6af805853004405" providerId="LiveId" clId="{6CBA8CAD-390F-4A11-B907-BBB4B6E0B449}" dt="2026-01-21T13:37:26.842" v="850" actId="478"/>
          <ac:picMkLst>
            <pc:docMk/>
            <pc:sldMk cId="1343228278" sldId="267"/>
            <ac:picMk id="2050" creationId="{4E6A8334-909C-5345-FD38-6DE6C71617FE}"/>
          </ac:picMkLst>
        </pc:picChg>
        <pc:picChg chg="del">
          <ac:chgData name="Renan Xavier Cortes" userId="d6af805853004405" providerId="LiveId" clId="{6CBA8CAD-390F-4A11-B907-BBB4B6E0B449}" dt="2026-01-21T13:37:27.155" v="851" actId="478"/>
          <ac:picMkLst>
            <pc:docMk/>
            <pc:sldMk cId="1343228278" sldId="267"/>
            <ac:picMk id="2052" creationId="{A4619851-0E89-7971-65B8-8C06288BD40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2" creationId="{0EFA11CA-E7DF-AF44-7C52-1A7BCD0EF98A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3" creationId="{17A06DBE-F56F-D7CF-5D37-101F12487686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4" creationId="{D0F78DC5-EBA6-F8C1-B608-9845395822CB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5" creationId="{54E39B7E-F8EF-4086-9DF4-84532F950252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6" creationId="{5ADF0543-3E47-7B59-14CE-9E32F05955F4}"/>
          </ac:picMkLst>
        </pc:picChg>
        <pc:picChg chg="add">
          <ac:chgData name="Renan Xavier Cortes" userId="d6af805853004405" providerId="LiveId" clId="{6CBA8CAD-390F-4A11-B907-BBB4B6E0B449}" dt="2026-01-21T13:40:12.521" v="911"/>
          <ac:picMkLst>
            <pc:docMk/>
            <pc:sldMk cId="1343228278" sldId="267"/>
            <ac:picMk id="5127" creationId="{67FDB388-93D8-C347-BB8B-043340CBCCFC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29" creationId="{284947AA-7AA3-F62A-866F-6A1A3BEEABEF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0" creationId="{C98BC9A4-C207-F1E1-7341-3A1B70215058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1" creationId="{375CC78C-4981-2DA9-88E6-EFB2FD84677E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2" creationId="{5F0B81A0-9240-D916-E71A-E6D3F50B265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3" creationId="{21770704-1681-BDE9-B7A7-EE6D8264F71A}"/>
          </ac:picMkLst>
        </pc:picChg>
        <pc:picChg chg="add">
          <ac:chgData name="Renan Xavier Cortes" userId="d6af805853004405" providerId="LiveId" clId="{6CBA8CAD-390F-4A11-B907-BBB4B6E0B449}" dt="2026-01-21T13:40:28.193" v="916"/>
          <ac:picMkLst>
            <pc:docMk/>
            <pc:sldMk cId="1343228278" sldId="267"/>
            <ac:picMk id="5134" creationId="{DD427550-CCC4-E20C-CF8C-A439F0C0E9D2}"/>
          </ac:picMkLst>
        </pc:picChg>
      </pc:sldChg>
      <pc:sldChg chg="addSp delSp modSp add mod addAnim delAnim modAnim">
        <pc:chgData name="Renan Xavier Cortes" userId="d6af805853004405" providerId="LiveId" clId="{6CBA8CAD-390F-4A11-B907-BBB4B6E0B449}" dt="2026-01-21T20:59:32.449" v="2258" actId="1076"/>
        <pc:sldMkLst>
          <pc:docMk/>
          <pc:sldMk cId="4060517312" sldId="268"/>
        </pc:sldMkLst>
        <pc:spChg chg="add del mod">
          <ac:chgData name="Renan Xavier Cortes" userId="d6af805853004405" providerId="LiveId" clId="{6CBA8CAD-390F-4A11-B907-BBB4B6E0B449}" dt="2026-01-21T20:59:28.978" v="2257" actId="1076"/>
          <ac:spMkLst>
            <pc:docMk/>
            <pc:sldMk cId="4060517312" sldId="26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32.449" v="2258" actId="1076"/>
          <ac:spMkLst>
            <pc:docMk/>
            <pc:sldMk cId="4060517312" sldId="268"/>
            <ac:spMk id="8" creationId="{39AE06C5-34BE-4D68-97C3-4C07702C2DF6}"/>
          </ac:spMkLst>
        </pc:spChg>
      </pc:sldChg>
      <pc:sldChg chg="addSp delSp modSp add mod modAnim">
        <pc:chgData name="Renan Xavier Cortes" userId="d6af805853004405" providerId="LiveId" clId="{6CBA8CAD-390F-4A11-B907-BBB4B6E0B449}" dt="2026-01-21T19:57:31.132" v="2031" actId="1076"/>
        <pc:sldMkLst>
          <pc:docMk/>
          <pc:sldMk cId="2280539132" sldId="269"/>
        </pc:sldMkLst>
        <pc:spChg chg="mod">
          <ac:chgData name="Renan Xavier Cortes" userId="d6af805853004405" providerId="LiveId" clId="{6CBA8CAD-390F-4A11-B907-BBB4B6E0B449}" dt="2026-01-21T19:29:34.350" v="1988" actId="20577"/>
          <ac:spMkLst>
            <pc:docMk/>
            <pc:sldMk cId="2280539132" sldId="269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19:28:38.900" v="1982" actId="20577"/>
          <ac:spMkLst>
            <pc:docMk/>
            <pc:sldMk cId="2280539132" sldId="269"/>
            <ac:spMk id="8" creationId="{39AE06C5-34BE-4D68-97C3-4C07702C2DF6}"/>
          </ac:spMkLst>
        </pc:spChg>
        <pc:picChg chg="add del mod">
          <ac:chgData name="Renan Xavier Cortes" userId="d6af805853004405" providerId="LiveId" clId="{6CBA8CAD-390F-4A11-B907-BBB4B6E0B449}" dt="2026-01-21T19:36:40.507" v="1993" actId="478"/>
          <ac:picMkLst>
            <pc:docMk/>
            <pc:sldMk cId="2280539132" sldId="269"/>
            <ac:picMk id="6" creationId="{1FF55C8A-24A1-2834-88D3-7F49B46E12DA}"/>
          </ac:picMkLst>
        </pc:picChg>
        <pc:picChg chg="add del mod">
          <ac:chgData name="Renan Xavier Cortes" userId="d6af805853004405" providerId="LiveId" clId="{6CBA8CAD-390F-4A11-B907-BBB4B6E0B449}" dt="2026-01-21T19:57:20.787" v="2028" actId="478"/>
          <ac:picMkLst>
            <pc:docMk/>
            <pc:sldMk cId="2280539132" sldId="269"/>
            <ac:picMk id="10" creationId="{DB7C7009-8D56-695C-4B6E-E9C1203D95EF}"/>
          </ac:picMkLst>
        </pc:picChg>
        <pc:picChg chg="add mod">
          <ac:chgData name="Renan Xavier Cortes" userId="d6af805853004405" providerId="LiveId" clId="{6CBA8CAD-390F-4A11-B907-BBB4B6E0B449}" dt="2026-01-21T19:57:31.132" v="2031" actId="1076"/>
          <ac:picMkLst>
            <pc:docMk/>
            <pc:sldMk cId="2280539132" sldId="269"/>
            <ac:picMk id="12" creationId="{387B2521-0873-2B44-23CB-06F158F17A95}"/>
          </ac:picMkLst>
        </pc:picChg>
        <pc:picChg chg="add del">
          <ac:chgData name="Renan Xavier Cortes" userId="d6af805853004405" providerId="LiveId" clId="{6CBA8CAD-390F-4A11-B907-BBB4B6E0B449}" dt="2026-01-21T19:34:39.537" v="1990" actId="478"/>
          <ac:picMkLst>
            <pc:docMk/>
            <pc:sldMk cId="2280539132" sldId="269"/>
            <ac:picMk id="14338" creationId="{6E12BE7A-2157-D78B-66BE-B4AFC6F10B8A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27.912" v="2261"/>
        <pc:sldMkLst>
          <pc:docMk/>
          <pc:sldMk cId="1218368481" sldId="270"/>
        </pc:sldMkLst>
        <pc:spChg chg="mod">
          <ac:chgData name="Renan Xavier Cortes" userId="d6af805853004405" providerId="LiveId" clId="{6CBA8CAD-390F-4A11-B907-BBB4B6E0B449}" dt="2026-01-21T19:44:08.525" v="2021" actId="20577"/>
          <ac:spMkLst>
            <pc:docMk/>
            <pc:sldMk cId="1218368481" sldId="270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9:44:20.030" v="2023"/>
          <ac:spMkLst>
            <pc:docMk/>
            <pc:sldMk cId="1218368481" sldId="270"/>
            <ac:spMk id="5" creationId="{F2A97601-E2DD-3BBC-74F4-2EA087A13F98}"/>
          </ac:spMkLst>
        </pc:spChg>
        <pc:spChg chg="add del">
          <ac:chgData name="Renan Xavier Cortes" userId="d6af805853004405" providerId="LiveId" clId="{6CBA8CAD-390F-4A11-B907-BBB4B6E0B449}" dt="2026-01-21T19:44:44.857" v="2025" actId="478"/>
          <ac:spMkLst>
            <pc:docMk/>
            <pc:sldMk cId="1218368481" sldId="270"/>
            <ac:spMk id="6" creationId="{5DA31ED7-3101-E188-86DD-5907439477B8}"/>
          </ac:spMkLst>
        </pc:spChg>
        <pc:spChg chg="del">
          <ac:chgData name="Renan Xavier Cortes" userId="d6af805853004405" providerId="LiveId" clId="{6CBA8CAD-390F-4A11-B907-BBB4B6E0B449}" dt="2026-01-21T19:44:19.710" v="2022" actId="478"/>
          <ac:spMkLst>
            <pc:docMk/>
            <pc:sldMk cId="1218368481" sldId="270"/>
            <ac:spMk id="8" creationId="{39AE06C5-34BE-4D68-97C3-4C07702C2DF6}"/>
          </ac:spMkLst>
        </pc:spChg>
        <pc:spChg chg="add mod">
          <ac:chgData name="Renan Xavier Cortes" userId="d6af805853004405" providerId="LiveId" clId="{6CBA8CAD-390F-4A11-B907-BBB4B6E0B449}" dt="2026-01-21T19:44:51.612" v="2027" actId="14100"/>
          <ac:spMkLst>
            <pc:docMk/>
            <pc:sldMk cId="1218368481" sldId="270"/>
            <ac:spMk id="9" creationId="{8D99C18C-4384-15B5-AE25-CA173BF5FF2A}"/>
          </ac:spMkLst>
        </pc:spChg>
        <pc:picChg chg="add mod">
          <ac:chgData name="Renan Xavier Cortes" userId="d6af805853004405" providerId="LiveId" clId="{6CBA8CAD-390F-4A11-B907-BBB4B6E0B449}" dt="2026-01-21T20:09:57.973" v="2038" actId="1076"/>
          <ac:picMkLst>
            <pc:docMk/>
            <pc:sldMk cId="1218368481" sldId="270"/>
            <ac:picMk id="11" creationId="{61149965-3367-6BC9-6804-26C7F2A938B0}"/>
          </ac:picMkLst>
        </pc:picChg>
      </pc:sldChg>
      <pc:sldChg chg="addSp modSp add mod modAnim">
        <pc:chgData name="Renan Xavier Cortes" userId="d6af805853004405" providerId="LiveId" clId="{6CBA8CAD-390F-4A11-B907-BBB4B6E0B449}" dt="2026-01-21T21:00:44.298" v="2266"/>
        <pc:sldMkLst>
          <pc:docMk/>
          <pc:sldMk cId="4045846075" sldId="271"/>
        </pc:sldMkLst>
        <pc:spChg chg="mod">
          <ac:chgData name="Renan Xavier Cortes" userId="d6af805853004405" providerId="LiveId" clId="{6CBA8CAD-390F-4A11-B907-BBB4B6E0B449}" dt="2026-01-21T20:37:36.926" v="2124" actId="20577"/>
          <ac:spMkLst>
            <pc:docMk/>
            <pc:sldMk cId="4045846075" sldId="271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48:01.809" v="2132" actId="404"/>
          <ac:spMkLst>
            <pc:docMk/>
            <pc:sldMk cId="4045846075" sldId="271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20:47:25.028" v="2126" actId="1076"/>
          <ac:picMkLst>
            <pc:docMk/>
            <pc:sldMk cId="4045846075" sldId="271"/>
            <ac:picMk id="6" creationId="{CB9F02F1-AFED-6149-90A3-CE7F1933A876}"/>
          </ac:picMkLst>
        </pc:picChg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183140782" sldId="272"/>
        </pc:sldMkLst>
      </pc:sldChg>
      <pc:sldChg chg="add del">
        <pc:chgData name="Renan Xavier Cortes" userId="d6af805853004405" providerId="LiveId" clId="{6CBA8CAD-390F-4A11-B907-BBB4B6E0B449}" dt="2026-01-21T20:50:53.056" v="2195" actId="47"/>
        <pc:sldMkLst>
          <pc:docMk/>
          <pc:sldMk cId="4037360461" sldId="273"/>
        </pc:sldMkLst>
      </pc:sldChg>
      <pc:sldChg chg="addSp delSp modSp add mod modAnim">
        <pc:chgData name="Renan Xavier Cortes" userId="d6af805853004405" providerId="LiveId" clId="{6CBA8CAD-390F-4A11-B907-BBB4B6E0B449}" dt="2026-01-21T20:59:49.591" v="2259" actId="1076"/>
        <pc:sldMkLst>
          <pc:docMk/>
          <pc:sldMk cId="2090754589" sldId="274"/>
        </pc:sldMkLst>
        <pc:spChg chg="mod">
          <ac:chgData name="Renan Xavier Cortes" userId="d6af805853004405" providerId="LiveId" clId="{6CBA8CAD-390F-4A11-B907-BBB4B6E0B449}" dt="2026-01-21T18:25:04.051" v="1202" actId="20577"/>
          <ac:spMkLst>
            <pc:docMk/>
            <pc:sldMk cId="2090754589" sldId="27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18:25:36.776" v="1227" actId="1076"/>
          <ac:spMkLst>
            <pc:docMk/>
            <pc:sldMk cId="2090754589" sldId="274"/>
            <ac:spMk id="5" creationId="{958B68E6-C144-5060-CA7D-7C17FE22680B}"/>
          </ac:spMkLst>
        </pc:spChg>
        <pc:spChg chg="mod">
          <ac:chgData name="Renan Xavier Cortes" userId="d6af805853004405" providerId="LiveId" clId="{6CBA8CAD-390F-4A11-B907-BBB4B6E0B449}" dt="2026-01-21T20:59:49.591" v="2259" actId="1076"/>
          <ac:spMkLst>
            <pc:docMk/>
            <pc:sldMk cId="2090754589" sldId="274"/>
            <ac:spMk id="8" creationId="{39AE06C5-34BE-4D68-97C3-4C07702C2DF6}"/>
          </ac:spMkLst>
        </pc:spChg>
        <pc:picChg chg="add mod">
          <ac:chgData name="Renan Xavier Cortes" userId="d6af805853004405" providerId="LiveId" clId="{6CBA8CAD-390F-4A11-B907-BBB4B6E0B449}" dt="2026-01-21T18:27:25.221" v="1239" actId="1076"/>
          <ac:picMkLst>
            <pc:docMk/>
            <pc:sldMk cId="2090754589" sldId="274"/>
            <ac:picMk id="9" creationId="{71F18501-07D0-A985-61D0-917B8E1DCA38}"/>
          </ac:picMkLst>
        </pc:picChg>
        <pc:picChg chg="add mod">
          <ac:chgData name="Renan Xavier Cortes" userId="d6af805853004405" providerId="LiveId" clId="{6CBA8CAD-390F-4A11-B907-BBB4B6E0B449}" dt="2026-01-21T18:27:18.724" v="1236" actId="1076"/>
          <ac:picMkLst>
            <pc:docMk/>
            <pc:sldMk cId="2090754589" sldId="274"/>
            <ac:picMk id="11" creationId="{2D7DA205-FD4F-B71E-2F8B-352FF373538B}"/>
          </ac:picMkLst>
        </pc:picChg>
        <pc:picChg chg="add del">
          <ac:chgData name="Renan Xavier Cortes" userId="d6af805853004405" providerId="LiveId" clId="{6CBA8CAD-390F-4A11-B907-BBB4B6E0B449}" dt="2026-01-21T18:35:43.594" v="1254" actId="478"/>
          <ac:picMkLst>
            <pc:docMk/>
            <pc:sldMk cId="2090754589" sldId="274"/>
            <ac:picMk id="13" creationId="{3998EFE2-B89E-DC76-D434-88376055E068}"/>
          </ac:picMkLst>
        </pc:picChg>
      </pc:sldChg>
      <pc:sldChg chg="delSp modSp add mod">
        <pc:chgData name="Renan Xavier Cortes" userId="d6af805853004405" providerId="LiveId" clId="{6CBA8CAD-390F-4A11-B907-BBB4B6E0B449}" dt="2026-01-21T20:59:53.464" v="2260" actId="1076"/>
        <pc:sldMkLst>
          <pc:docMk/>
          <pc:sldMk cId="3791482239" sldId="275"/>
        </pc:sldMkLst>
        <pc:spChg chg="mod">
          <ac:chgData name="Renan Xavier Cortes" userId="d6af805853004405" providerId="LiveId" clId="{6CBA8CAD-390F-4A11-B907-BBB4B6E0B449}" dt="2026-01-21T20:59:53.464" v="2260" actId="1076"/>
          <ac:spMkLst>
            <pc:docMk/>
            <pc:sldMk cId="3791482239" sldId="275"/>
            <ac:spMk id="8" creationId="{39AE06C5-34BE-4D68-97C3-4C07702C2DF6}"/>
          </ac:spMkLst>
        </pc:spChg>
        <pc:picChg chg="del">
          <ac:chgData name="Renan Xavier Cortes" userId="d6af805853004405" providerId="LiveId" clId="{6CBA8CAD-390F-4A11-B907-BBB4B6E0B449}" dt="2026-01-21T18:35:37.826" v="1252" actId="478"/>
          <ac:picMkLst>
            <pc:docMk/>
            <pc:sldMk cId="3791482239" sldId="275"/>
            <ac:picMk id="11" creationId="{2D7DA205-FD4F-B71E-2F8B-352FF373538B}"/>
          </ac:picMkLst>
        </pc:picChg>
        <pc:picChg chg="mod">
          <ac:chgData name="Renan Xavier Cortes" userId="d6af805853004405" providerId="LiveId" clId="{6CBA8CAD-390F-4A11-B907-BBB4B6E0B449}" dt="2026-01-21T18:35:40.892" v="1253" actId="1076"/>
          <ac:picMkLst>
            <pc:docMk/>
            <pc:sldMk cId="3791482239" sldId="275"/>
            <ac:picMk id="13" creationId="{3998EFE2-B89E-DC76-D434-88376055E068}"/>
          </ac:picMkLst>
        </pc:picChg>
      </pc:sldChg>
      <pc:sldChg chg="addSp modSp add mod modAnim">
        <pc:chgData name="Renan Xavier Cortes" userId="d6af805853004405" providerId="LiveId" clId="{6CBA8CAD-390F-4A11-B907-BBB4B6E0B449}" dt="2026-01-21T20:58:56.682" v="2252" actId="1076"/>
        <pc:sldMkLst>
          <pc:docMk/>
          <pc:sldMk cId="3446963972" sldId="276"/>
        </pc:sldMkLst>
        <pc:spChg chg="mod">
          <ac:chgData name="Renan Xavier Cortes" userId="d6af805853004405" providerId="LiveId" clId="{6CBA8CAD-390F-4A11-B907-BBB4B6E0B449}" dt="2026-01-21T20:58:53.820" v="2251" actId="1076"/>
          <ac:spMkLst>
            <pc:docMk/>
            <pc:sldMk cId="3446963972" sldId="276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8:46:47.975" v="1328"/>
          <ac:spMkLst>
            <pc:docMk/>
            <pc:sldMk cId="3446963972" sldId="276"/>
            <ac:spMk id="5" creationId="{7691A13F-E63A-E81C-7615-4E1B9C8F089B}"/>
          </ac:spMkLst>
        </pc:spChg>
        <pc:spChg chg="add">
          <ac:chgData name="Renan Xavier Cortes" userId="d6af805853004405" providerId="LiveId" clId="{6CBA8CAD-390F-4A11-B907-BBB4B6E0B449}" dt="2026-01-21T18:46:56.495" v="1331"/>
          <ac:spMkLst>
            <pc:docMk/>
            <pc:sldMk cId="3446963972" sldId="276"/>
            <ac:spMk id="6" creationId="{B9CD3EB6-CF63-45D7-8877-1B8884B44136}"/>
          </ac:spMkLst>
        </pc:spChg>
        <pc:spChg chg="mod">
          <ac:chgData name="Renan Xavier Cortes" userId="d6af805853004405" providerId="LiveId" clId="{6CBA8CAD-390F-4A11-B907-BBB4B6E0B449}" dt="2026-01-21T20:58:56.682" v="2252" actId="1076"/>
          <ac:spMkLst>
            <pc:docMk/>
            <pc:sldMk cId="3446963972" sldId="276"/>
            <ac:spMk id="8" creationId="{39AE06C5-34BE-4D68-97C3-4C07702C2DF6}"/>
          </ac:spMkLst>
        </pc:spChg>
        <pc:spChg chg="add">
          <ac:chgData name="Renan Xavier Cortes" userId="d6af805853004405" providerId="LiveId" clId="{6CBA8CAD-390F-4A11-B907-BBB4B6E0B449}" dt="2026-01-21T18:48:07.452" v="1348"/>
          <ac:spMkLst>
            <pc:docMk/>
            <pc:sldMk cId="3446963972" sldId="276"/>
            <ac:spMk id="9" creationId="{7BD61162-0455-46D7-6582-B08A63E293A9}"/>
          </ac:spMkLst>
        </pc:spChg>
        <pc:spChg chg="add mod">
          <ac:chgData name="Renan Xavier Cortes" userId="d6af805853004405" providerId="LiveId" clId="{6CBA8CAD-390F-4A11-B907-BBB4B6E0B449}" dt="2026-01-21T19:20:03.944" v="1876" actId="122"/>
          <ac:spMkLst>
            <pc:docMk/>
            <pc:sldMk cId="3446963972" sldId="276"/>
            <ac:spMk id="10" creationId="{5ED500D4-496C-7599-2503-D51C1F16CA97}"/>
          </ac:spMkLst>
        </pc:spChg>
      </pc:sldChg>
      <pc:sldChg chg="addSp delSp modSp add mod delAnim">
        <pc:chgData name="Renan Xavier Cortes" userId="d6af805853004405" providerId="LiveId" clId="{6CBA8CAD-390F-4A11-B907-BBB4B6E0B449}" dt="2026-01-21T20:59:04.449" v="2254" actId="1076"/>
        <pc:sldMkLst>
          <pc:docMk/>
          <pc:sldMk cId="3536810104" sldId="277"/>
        </pc:sldMkLst>
        <pc:spChg chg="mod">
          <ac:chgData name="Renan Xavier Cortes" userId="d6af805853004405" providerId="LiveId" clId="{6CBA8CAD-390F-4A11-B907-BBB4B6E0B449}" dt="2026-01-21T20:59:01.719" v="2253" actId="1076"/>
          <ac:spMkLst>
            <pc:docMk/>
            <pc:sldMk cId="3536810104" sldId="277"/>
            <ac:spMk id="4" creationId="{4B84190D-BF19-CEFE-E86D-F0B0EBBA7C0B}"/>
          </ac:spMkLst>
        </pc:spChg>
        <pc:spChg chg="add">
          <ac:chgData name="Renan Xavier Cortes" userId="d6af805853004405" providerId="LiveId" clId="{6CBA8CAD-390F-4A11-B907-BBB4B6E0B449}" dt="2026-01-21T19:19:04.508" v="1845"/>
          <ac:spMkLst>
            <pc:docMk/>
            <pc:sldMk cId="3536810104" sldId="277"/>
            <ac:spMk id="5" creationId="{F614520D-A0CA-F6FB-739F-3A18BD793D0D}"/>
          </ac:spMkLst>
        </pc:spChg>
        <pc:spChg chg="mod">
          <ac:chgData name="Renan Xavier Cortes" userId="d6af805853004405" providerId="LiveId" clId="{6CBA8CAD-390F-4A11-B907-BBB4B6E0B449}" dt="2026-01-21T20:59:04.449" v="2254" actId="1076"/>
          <ac:spMkLst>
            <pc:docMk/>
            <pc:sldMk cId="3536810104" sldId="277"/>
            <ac:spMk id="8" creationId="{39AE06C5-34BE-4D68-97C3-4C07702C2DF6}"/>
          </ac:spMkLst>
        </pc:spChg>
        <pc:spChg chg="del">
          <ac:chgData name="Renan Xavier Cortes" userId="d6af805853004405" providerId="LiveId" clId="{6CBA8CAD-390F-4A11-B907-BBB4B6E0B449}" dt="2026-01-21T19:21:22.622" v="1907" actId="478"/>
          <ac:spMkLst>
            <pc:docMk/>
            <pc:sldMk cId="3536810104" sldId="277"/>
            <ac:spMk id="10" creationId="{5ED500D4-496C-7599-2503-D51C1F16CA97}"/>
          </ac:spMkLst>
        </pc:spChg>
      </pc:sldChg>
      <pc:sldChg chg="addSp delSp modSp add mod">
        <pc:chgData name="Renan Xavier Cortes" userId="d6af805853004405" providerId="LiveId" clId="{6CBA8CAD-390F-4A11-B907-BBB4B6E0B449}" dt="2026-01-21T20:59:12.468" v="2255" actId="1076"/>
        <pc:sldMkLst>
          <pc:docMk/>
          <pc:sldMk cId="3805335353" sldId="278"/>
        </pc:sldMkLst>
        <pc:spChg chg="del">
          <ac:chgData name="Renan Xavier Cortes" userId="d6af805853004405" providerId="LiveId" clId="{6CBA8CAD-390F-4A11-B907-BBB4B6E0B449}" dt="2026-01-21T19:23:53.939" v="1927" actId="478"/>
          <ac:spMkLst>
            <pc:docMk/>
            <pc:sldMk cId="3805335353" sldId="278"/>
            <ac:spMk id="4" creationId="{4B84190D-BF19-CEFE-E86D-F0B0EBBA7C0B}"/>
          </ac:spMkLst>
        </pc:spChg>
        <pc:spChg chg="mod">
          <ac:chgData name="Renan Xavier Cortes" userId="d6af805853004405" providerId="LiveId" clId="{6CBA8CAD-390F-4A11-B907-BBB4B6E0B449}" dt="2026-01-21T20:59:12.468" v="2255" actId="1076"/>
          <ac:spMkLst>
            <pc:docMk/>
            <pc:sldMk cId="3805335353" sldId="278"/>
            <ac:spMk id="8" creationId="{39AE06C5-34BE-4D68-97C3-4C07702C2DF6}"/>
          </ac:spMkLst>
        </pc:spChg>
        <pc:picChg chg="add del">
          <ac:chgData name="Renan Xavier Cortes" userId="d6af805853004405" providerId="LiveId" clId="{6CBA8CAD-390F-4A11-B907-BBB4B6E0B449}" dt="2026-01-21T19:24:04.582" v="1929" actId="478"/>
          <ac:picMkLst>
            <pc:docMk/>
            <pc:sldMk cId="3805335353" sldId="278"/>
            <ac:picMk id="6" creationId="{921C0E59-AD89-ECC2-F222-142CFE50CC44}"/>
          </ac:picMkLst>
        </pc:picChg>
        <pc:picChg chg="add del mod">
          <ac:chgData name="Renan Xavier Cortes" userId="d6af805853004405" providerId="LiveId" clId="{6CBA8CAD-390F-4A11-B907-BBB4B6E0B449}" dt="2026-01-21T19:24:16.562" v="1932" actId="478"/>
          <ac:picMkLst>
            <pc:docMk/>
            <pc:sldMk cId="3805335353" sldId="278"/>
            <ac:picMk id="10" creationId="{6D158DB3-BBDB-4290-7B5E-041896ED57D7}"/>
          </ac:picMkLst>
        </pc:picChg>
        <pc:picChg chg="add mod">
          <ac:chgData name="Renan Xavier Cortes" userId="d6af805853004405" providerId="LiveId" clId="{6CBA8CAD-390F-4A11-B907-BBB4B6E0B449}" dt="2026-01-21T19:24:25.804" v="1936" actId="1076"/>
          <ac:picMkLst>
            <pc:docMk/>
            <pc:sldMk cId="3805335353" sldId="278"/>
            <ac:picMk id="12" creationId="{D1D61B3D-F04A-A328-6D7E-B6112CFC8500}"/>
          </ac:picMkLst>
        </pc:picChg>
      </pc:sldChg>
      <pc:sldChg chg="add del">
        <pc:chgData name="Renan Xavier Cortes" userId="d6af805853004405" providerId="LiveId" clId="{6CBA8CAD-390F-4A11-B907-BBB4B6E0B449}" dt="2026-01-21T20:14:07.365" v="2065" actId="47"/>
        <pc:sldMkLst>
          <pc:docMk/>
          <pc:sldMk cId="3848419073" sldId="279"/>
        </pc:sldMkLst>
      </pc:sldChg>
      <pc:sldChg chg="addSp delSp modSp add mod modAnim">
        <pc:chgData name="Renan Xavier Cortes" userId="d6af805853004405" providerId="LiveId" clId="{6CBA8CAD-390F-4A11-B907-BBB4B6E0B449}" dt="2026-01-21T21:00:32.127" v="2262"/>
        <pc:sldMkLst>
          <pc:docMk/>
          <pc:sldMk cId="1732088967" sldId="280"/>
        </pc:sldMkLst>
        <pc:picChg chg="add mod">
          <ac:chgData name="Renan Xavier Cortes" userId="d6af805853004405" providerId="LiveId" clId="{6CBA8CAD-390F-4A11-B907-BBB4B6E0B449}" dt="2026-01-21T20:10:30.304" v="2048" actId="1076"/>
          <ac:picMkLst>
            <pc:docMk/>
            <pc:sldMk cId="1732088967" sldId="280"/>
            <ac:picMk id="8" creationId="{AEF69BF5-D37C-4474-57A7-A57534FDD6C4}"/>
          </ac:picMkLst>
        </pc:picChg>
        <pc:picChg chg="del">
          <ac:chgData name="Renan Xavier Cortes" userId="d6af805853004405" providerId="LiveId" clId="{6CBA8CAD-390F-4A11-B907-BBB4B6E0B449}" dt="2026-01-21T20:10:25.088" v="2043" actId="478"/>
          <ac:picMkLst>
            <pc:docMk/>
            <pc:sldMk cId="1732088967" sldId="280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5.081" v="2263"/>
        <pc:sldMkLst>
          <pc:docMk/>
          <pc:sldMk cId="1675466683" sldId="281"/>
        </pc:sldMkLst>
        <pc:picChg chg="add mod">
          <ac:chgData name="Renan Xavier Cortes" userId="d6af805853004405" providerId="LiveId" clId="{6CBA8CAD-390F-4A11-B907-BBB4B6E0B449}" dt="2026-01-21T20:10:41.842" v="2053" actId="1076"/>
          <ac:picMkLst>
            <pc:docMk/>
            <pc:sldMk cId="1675466683" sldId="281"/>
            <ac:picMk id="8" creationId="{0CEA26AE-0683-B67F-BC37-373D3160DC2B}"/>
          </ac:picMkLst>
        </pc:picChg>
        <pc:picChg chg="del">
          <ac:chgData name="Renan Xavier Cortes" userId="d6af805853004405" providerId="LiveId" clId="{6CBA8CAD-390F-4A11-B907-BBB4B6E0B449}" dt="2026-01-21T20:10:39.109" v="2049" actId="478"/>
          <ac:picMkLst>
            <pc:docMk/>
            <pc:sldMk cId="1675466683" sldId="281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39.070" v="2264"/>
        <pc:sldMkLst>
          <pc:docMk/>
          <pc:sldMk cId="394495569" sldId="282"/>
        </pc:sldMkLst>
        <pc:picChg chg="add mod">
          <ac:chgData name="Renan Xavier Cortes" userId="d6af805853004405" providerId="LiveId" clId="{6CBA8CAD-390F-4A11-B907-BBB4B6E0B449}" dt="2026-01-21T20:10:49.139" v="2058" actId="1076"/>
          <ac:picMkLst>
            <pc:docMk/>
            <pc:sldMk cId="394495569" sldId="282"/>
            <ac:picMk id="8" creationId="{B1CCA7E3-218E-F179-62AE-8328EF43C48D}"/>
          </ac:picMkLst>
        </pc:picChg>
        <pc:picChg chg="del">
          <ac:chgData name="Renan Xavier Cortes" userId="d6af805853004405" providerId="LiveId" clId="{6CBA8CAD-390F-4A11-B907-BBB4B6E0B449}" dt="2026-01-21T20:10:46.609" v="2054" actId="478"/>
          <ac:picMkLst>
            <pc:docMk/>
            <pc:sldMk cId="394495569" sldId="282"/>
            <ac:picMk id="11" creationId="{61149965-3367-6BC9-6804-26C7F2A938B0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1.723" v="2265"/>
        <pc:sldMkLst>
          <pc:docMk/>
          <pc:sldMk cId="1551874195" sldId="283"/>
        </pc:sldMkLst>
        <pc:picChg chg="del">
          <ac:chgData name="Renan Xavier Cortes" userId="d6af805853004405" providerId="LiveId" clId="{6CBA8CAD-390F-4A11-B907-BBB4B6E0B449}" dt="2026-01-21T20:11:11.233" v="2060" actId="478"/>
          <ac:picMkLst>
            <pc:docMk/>
            <pc:sldMk cId="1551874195" sldId="283"/>
            <ac:picMk id="8" creationId="{B1CCA7E3-218E-F179-62AE-8328EF43C48D}"/>
          </ac:picMkLst>
        </pc:picChg>
        <pc:picChg chg="add del mod">
          <ac:chgData name="Renan Xavier Cortes" userId="d6af805853004405" providerId="LiveId" clId="{6CBA8CAD-390F-4A11-B907-BBB4B6E0B449}" dt="2026-01-21T20:14:13.787" v="2066" actId="478"/>
          <ac:picMkLst>
            <pc:docMk/>
            <pc:sldMk cId="1551874195" sldId="283"/>
            <ac:picMk id="10" creationId="{F828494C-955A-760B-2AC4-9BAE7602E545}"/>
          </ac:picMkLst>
        </pc:picChg>
        <pc:picChg chg="add mod">
          <ac:chgData name="Renan Xavier Cortes" userId="d6af805853004405" providerId="LiveId" clId="{6CBA8CAD-390F-4A11-B907-BBB4B6E0B449}" dt="2026-01-21T20:14:23.924" v="2073" actId="1076"/>
          <ac:picMkLst>
            <pc:docMk/>
            <pc:sldMk cId="1551874195" sldId="283"/>
            <ac:picMk id="12" creationId="{65B2CA1E-D00D-E753-7DDF-737EC812D222}"/>
          </ac:picMkLst>
        </pc:picChg>
      </pc:sldChg>
      <pc:sldChg chg="addSp delSp modSp add mod modAnim">
        <pc:chgData name="Renan Xavier Cortes" userId="d6af805853004405" providerId="LiveId" clId="{6CBA8CAD-390F-4A11-B907-BBB4B6E0B449}" dt="2026-01-21T21:00:47.027" v="2267"/>
        <pc:sldMkLst>
          <pc:docMk/>
          <pc:sldMk cId="3855288861" sldId="284"/>
        </pc:sldMkLst>
        <pc:spChg chg="mod">
          <ac:chgData name="Renan Xavier Cortes" userId="d6af805853004405" providerId="LiveId" clId="{6CBA8CAD-390F-4A11-B907-BBB4B6E0B449}" dt="2026-01-21T20:48:23.702" v="2145" actId="20577"/>
          <ac:spMkLst>
            <pc:docMk/>
            <pc:sldMk cId="3855288861" sldId="284"/>
            <ac:spMk id="4" creationId="{4B84190D-BF19-CEFE-E86D-F0B0EBBA7C0B}"/>
          </ac:spMkLst>
        </pc:spChg>
        <pc:spChg chg="add mod">
          <ac:chgData name="Renan Xavier Cortes" userId="d6af805853004405" providerId="LiveId" clId="{6CBA8CAD-390F-4A11-B907-BBB4B6E0B449}" dt="2026-01-21T20:48:43.266" v="2153" actId="1076"/>
          <ac:spMkLst>
            <pc:docMk/>
            <pc:sldMk cId="3855288861" sldId="284"/>
            <ac:spMk id="10" creationId="{2B1F81A8-3F77-3D25-0D91-989260BBD806}"/>
          </ac:spMkLst>
        </pc:spChg>
        <pc:spChg chg="add mod">
          <ac:chgData name="Renan Xavier Cortes" userId="d6af805853004405" providerId="LiveId" clId="{6CBA8CAD-390F-4A11-B907-BBB4B6E0B449}" dt="2026-01-21T20:49:00.147" v="2168" actId="1076"/>
          <ac:spMkLst>
            <pc:docMk/>
            <pc:sldMk cId="3855288861" sldId="284"/>
            <ac:spMk id="11" creationId="{ACBE2905-AC6C-0446-21C0-36CE2B864BA5}"/>
          </ac:spMkLst>
        </pc:spChg>
        <pc:picChg chg="del">
          <ac:chgData name="Renan Xavier Cortes" userId="d6af805853004405" providerId="LiveId" clId="{6CBA8CAD-390F-4A11-B907-BBB4B6E0B449}" dt="2026-01-21T20:48:26.070" v="2146" actId="478"/>
          <ac:picMkLst>
            <pc:docMk/>
            <pc:sldMk cId="3855288861" sldId="284"/>
            <ac:picMk id="6" creationId="{CB9F02F1-AFED-6149-90A3-CE7F1933A876}"/>
          </ac:picMkLst>
        </pc:picChg>
        <pc:picChg chg="add mod">
          <ac:chgData name="Renan Xavier Cortes" userId="d6af805853004405" providerId="LiveId" clId="{6CBA8CAD-390F-4A11-B907-BBB4B6E0B449}" dt="2026-01-21T20:48:57.395" v="2167" actId="1076"/>
          <ac:picMkLst>
            <pc:docMk/>
            <pc:sldMk cId="3855288861" sldId="284"/>
            <ac:picMk id="9" creationId="{61539A83-FA7C-7AD1-70FB-ECE4DD84D297}"/>
          </ac:picMkLst>
        </pc:picChg>
        <pc:picChg chg="add mod">
          <ac:chgData name="Renan Xavier Cortes" userId="d6af805853004405" providerId="LiveId" clId="{6CBA8CAD-390F-4A11-B907-BBB4B6E0B449}" dt="2026-01-21T20:49:27.109" v="2171" actId="1076"/>
          <ac:picMkLst>
            <pc:docMk/>
            <pc:sldMk cId="3855288861" sldId="284"/>
            <ac:picMk id="13" creationId="{40652A95-1D6F-2C91-CA10-BBD91EE6FCD5}"/>
          </ac:picMkLst>
        </pc:picChg>
      </pc:sldChg>
      <pc:sldChg chg="addSp delSp modSp add del mod">
        <pc:chgData name="Renan Xavier Cortes" userId="d6af805853004405" providerId="LiveId" clId="{6CBA8CAD-390F-4A11-B907-BBB4B6E0B449}" dt="2026-01-21T20:52:43.441" v="2205" actId="47"/>
        <pc:sldMkLst>
          <pc:docMk/>
          <pc:sldMk cId="675104871" sldId="285"/>
        </pc:sldMkLst>
        <pc:spChg chg="mod">
          <ac:chgData name="Renan Xavier Cortes" userId="d6af805853004405" providerId="LiveId" clId="{6CBA8CAD-390F-4A11-B907-BBB4B6E0B449}" dt="2026-01-21T20:49:49.525" v="2189" actId="20577"/>
          <ac:spMkLst>
            <pc:docMk/>
            <pc:sldMk cId="675104871" sldId="285"/>
            <ac:spMk id="4" creationId="{4B84190D-BF19-CEFE-E86D-F0B0EBBA7C0B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0" creationId="{2B1F81A8-3F77-3D25-0D91-989260BBD806}"/>
          </ac:spMkLst>
        </pc:spChg>
        <pc:spChg chg="del">
          <ac:chgData name="Renan Xavier Cortes" userId="d6af805853004405" providerId="LiveId" clId="{6CBA8CAD-390F-4A11-B907-BBB4B6E0B449}" dt="2026-01-21T20:49:53.812" v="2192" actId="478"/>
          <ac:spMkLst>
            <pc:docMk/>
            <pc:sldMk cId="675104871" sldId="285"/>
            <ac:spMk id="11" creationId="{ACBE2905-AC6C-0446-21C0-36CE2B864BA5}"/>
          </ac:spMkLst>
        </pc:spChg>
        <pc:picChg chg="add del mod">
          <ac:chgData name="Renan Xavier Cortes" userId="d6af805853004405" providerId="LiveId" clId="{6CBA8CAD-390F-4A11-B907-BBB4B6E0B449}" dt="2026-01-21T20:52:20.405" v="2197" actId="478"/>
          <ac:picMkLst>
            <pc:docMk/>
            <pc:sldMk cId="675104871" sldId="285"/>
            <ac:picMk id="6" creationId="{96B5210F-1605-9FC7-8E4A-D66BA6A8C835}"/>
          </ac:picMkLst>
        </pc:picChg>
        <pc:picChg chg="del">
          <ac:chgData name="Renan Xavier Cortes" userId="d6af805853004405" providerId="LiveId" clId="{6CBA8CAD-390F-4A11-B907-BBB4B6E0B449}" dt="2026-01-21T20:49:51.683" v="2190" actId="478"/>
          <ac:picMkLst>
            <pc:docMk/>
            <pc:sldMk cId="675104871" sldId="285"/>
            <ac:picMk id="9" creationId="{61539A83-FA7C-7AD1-70FB-ECE4DD84D297}"/>
          </ac:picMkLst>
        </pc:picChg>
        <pc:picChg chg="del">
          <ac:chgData name="Renan Xavier Cortes" userId="d6af805853004405" providerId="LiveId" clId="{6CBA8CAD-390F-4A11-B907-BBB4B6E0B449}" dt="2026-01-21T20:49:52.623" v="2191" actId="478"/>
          <ac:picMkLst>
            <pc:docMk/>
            <pc:sldMk cId="675104871" sldId="285"/>
            <ac:picMk id="13" creationId="{40652A95-1D6F-2C91-CA10-BBD91EE6FCD5}"/>
          </ac:picMkLst>
        </pc:picChg>
      </pc:sldChg>
      <pc:sldChg chg="add modAnim">
        <pc:chgData name="Renan Xavier Cortes" userId="d6af805853004405" providerId="LiveId" clId="{6CBA8CAD-390F-4A11-B907-BBB4B6E0B449}" dt="2026-01-21T21:00:53.358" v="2269"/>
        <pc:sldMkLst>
          <pc:docMk/>
          <pc:sldMk cId="2773026186" sldId="286"/>
        </pc:sldMkLst>
      </pc:sldChg>
      <pc:sldChg chg="addSp delSp modSp add mod modAnim">
        <pc:chgData name="Renan Xavier Cortes" userId="d6af805853004405" providerId="LiveId" clId="{6CBA8CAD-390F-4A11-B907-BBB4B6E0B449}" dt="2026-01-21T21:00:49.455" v="2268"/>
        <pc:sldMkLst>
          <pc:docMk/>
          <pc:sldMk cId="623748094" sldId="287"/>
        </pc:sldMkLst>
        <pc:spChg chg="add mod">
          <ac:chgData name="Renan Xavier Cortes" userId="d6af805853004405" providerId="LiveId" clId="{6CBA8CAD-390F-4A11-B907-BBB4B6E0B449}" dt="2026-01-21T20:54:01.600" v="2250" actId="1076"/>
          <ac:spMkLst>
            <pc:docMk/>
            <pc:sldMk cId="623748094" sldId="287"/>
            <ac:spMk id="10" creationId="{0501C3D0-1DF0-41AE-C64F-7EABA969E7F3}"/>
          </ac:spMkLst>
        </pc:spChg>
        <pc:picChg chg="del">
          <ac:chgData name="Renan Xavier Cortes" userId="d6af805853004405" providerId="LiveId" clId="{6CBA8CAD-390F-4A11-B907-BBB4B6E0B449}" dt="2026-01-21T20:52:26.148" v="2199" actId="478"/>
          <ac:picMkLst>
            <pc:docMk/>
            <pc:sldMk cId="623748094" sldId="287"/>
            <ac:picMk id="6" creationId="{96B5210F-1605-9FC7-8E4A-D66BA6A8C835}"/>
          </ac:picMkLst>
        </pc:picChg>
        <pc:picChg chg="add mod">
          <ac:chgData name="Renan Xavier Cortes" userId="d6af805853004405" providerId="LiveId" clId="{6CBA8CAD-390F-4A11-B907-BBB4B6E0B449}" dt="2026-01-21T20:53:20.353" v="2208" actId="1076"/>
          <ac:picMkLst>
            <pc:docMk/>
            <pc:sldMk cId="623748094" sldId="287"/>
            <ac:picMk id="9" creationId="{F0AE4C95-B2E5-AD75-C8DB-CA9623F29141}"/>
          </ac:picMkLst>
        </pc:picChg>
        <pc:picChg chg="add del mod">
          <ac:chgData name="Renan Xavier Cortes" userId="d6af805853004405" providerId="LiveId" clId="{6CBA8CAD-390F-4A11-B907-BBB4B6E0B449}" dt="2026-01-21T20:53:15.846" v="2206" actId="478"/>
          <ac:picMkLst>
            <pc:docMk/>
            <pc:sldMk cId="623748094" sldId="287"/>
            <ac:picMk id="18434" creationId="{E52C266A-D0DB-93C1-2C72-A4F92F13BCD8}"/>
          </ac:picMkLst>
        </pc:picChg>
      </pc:sldChg>
    </pc:docChg>
  </pc:docChgLst>
  <pc:docChgLst>
    <pc:chgData name="Renan Xavier Cortes" userId="d6af805853004405" providerId="LiveId" clId="{924C1B46-04A5-4D24-AD6F-46F80C912147}"/>
    <pc:docChg chg="undo custSel addSld delSld modSld">
      <pc:chgData name="Renan Xavier Cortes" userId="d6af805853004405" providerId="LiveId" clId="{924C1B46-04A5-4D24-AD6F-46F80C912147}" dt="2026-01-28T20:04:39.974" v="837"/>
      <pc:docMkLst>
        <pc:docMk/>
      </pc:docMkLst>
      <pc:sldChg chg="delSp modSp mod">
        <pc:chgData name="Renan Xavier Cortes" userId="d6af805853004405" providerId="LiveId" clId="{924C1B46-04A5-4D24-AD6F-46F80C912147}" dt="2026-01-28T20:04:23.106" v="831" actId="20577"/>
        <pc:sldMkLst>
          <pc:docMk/>
          <pc:sldMk cId="193773268" sldId="256"/>
        </pc:sldMkLst>
        <pc:spChg chg="mod">
          <ac:chgData name="Renan Xavier Cortes" userId="d6af805853004405" providerId="LiveId" clId="{924C1B46-04A5-4D24-AD6F-46F80C912147}" dt="2026-01-28T20:04:23.106" v="831" actId="20577"/>
          <ac:spMkLst>
            <pc:docMk/>
            <pc:sldMk cId="193773268" sldId="256"/>
            <ac:spMk id="2" creationId="{F46BAB02-4578-42EC-A9FB-F4446897095D}"/>
          </ac:spMkLst>
        </pc:spChg>
        <pc:spChg chg="mod">
          <ac:chgData name="Renan Xavier Cortes" userId="d6af805853004405" providerId="LiveId" clId="{924C1B46-04A5-4D24-AD6F-46F80C912147}" dt="2026-01-28T18:23:49.332" v="215" actId="114"/>
          <ac:spMkLst>
            <pc:docMk/>
            <pc:sldMk cId="193773268" sldId="256"/>
            <ac:spMk id="3" creationId="{E24682F1-DCA0-4D32-9C18-17426E59B203}"/>
          </ac:spMkLst>
        </pc:spChg>
        <pc:spChg chg="del">
          <ac:chgData name="Renan Xavier Cortes" userId="d6af805853004405" providerId="LiveId" clId="{924C1B46-04A5-4D24-AD6F-46F80C912147}" dt="2026-01-28T18:20:34.254" v="28" actId="478"/>
          <ac:spMkLst>
            <pc:docMk/>
            <pc:sldMk cId="193773268" sldId="256"/>
            <ac:spMk id="4" creationId="{D49A408B-D762-44A8-8FB9-8DC0FA83E7C6}"/>
          </ac:spMkLst>
        </pc:spChg>
      </pc:sldChg>
      <pc:sldChg chg="modSp mod">
        <pc:chgData name="Renan Xavier Cortes" userId="d6af805853004405" providerId="LiveId" clId="{924C1B46-04A5-4D24-AD6F-46F80C912147}" dt="2026-01-28T20:04:27.031" v="833" actId="20577"/>
        <pc:sldMkLst>
          <pc:docMk/>
          <pc:sldMk cId="1859719164" sldId="259"/>
        </pc:sldMkLst>
        <pc:spChg chg="mod">
          <ac:chgData name="Renan Xavier Cortes" userId="d6af805853004405" providerId="LiveId" clId="{924C1B46-04A5-4D24-AD6F-46F80C912147}" dt="2026-01-28T20:04:27.031" v="833" actId="20577"/>
          <ac:spMkLst>
            <pc:docMk/>
            <pc:sldMk cId="1859719164" sldId="259"/>
            <ac:spMk id="8" creationId="{39AE06C5-34BE-4D68-97C3-4C07702C2DF6}"/>
          </ac:spMkLst>
        </pc:spChg>
        <pc:spChg chg="mod">
          <ac:chgData name="Renan Xavier Cortes" userId="d6af805853004405" providerId="LiveId" clId="{924C1B46-04A5-4D24-AD6F-46F80C912147}" dt="2026-01-28T18:26:50.191" v="406" actId="1076"/>
          <ac:spMkLst>
            <pc:docMk/>
            <pc:sldMk cId="1859719164" sldId="259"/>
            <ac:spMk id="14" creationId="{427DBFEB-81BF-4CC3-A411-FBF43D295C56}"/>
          </ac:spMkLst>
        </pc:spChg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2921823341" sldId="260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2121898900" sldId="261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2689213611" sldId="262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1495373715" sldId="263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612877480" sldId="264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607923279" sldId="265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3391640227" sldId="266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1343228278" sldId="267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4060517312" sldId="268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2280539132" sldId="269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1218368481" sldId="270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4045846075" sldId="271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2090754589" sldId="274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3791482239" sldId="275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3446963972" sldId="276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3536810104" sldId="277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3805335353" sldId="278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1732088967" sldId="280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1675466683" sldId="281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394495569" sldId="282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1551874195" sldId="283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3855288861" sldId="284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2773026186" sldId="286"/>
        </pc:sldMkLst>
      </pc:sldChg>
      <pc:sldChg chg="del">
        <pc:chgData name="Renan Xavier Cortes" userId="d6af805853004405" providerId="LiveId" clId="{924C1B46-04A5-4D24-AD6F-46F80C912147}" dt="2026-01-28T18:25:43.398" v="367" actId="47"/>
        <pc:sldMkLst>
          <pc:docMk/>
          <pc:sldMk cId="623748094" sldId="287"/>
        </pc:sldMkLst>
      </pc:sldChg>
      <pc:sldChg chg="modSp add mod setBg">
        <pc:chgData name="Renan Xavier Cortes" userId="d6af805853004405" providerId="LiveId" clId="{924C1B46-04A5-4D24-AD6F-46F80C912147}" dt="2026-01-28T20:04:31.146" v="834"/>
        <pc:sldMkLst>
          <pc:docMk/>
          <pc:sldMk cId="1152571280" sldId="288"/>
        </pc:sldMkLst>
        <pc:spChg chg="mod">
          <ac:chgData name="Renan Xavier Cortes" userId="d6af805853004405" providerId="LiveId" clId="{924C1B46-04A5-4D24-AD6F-46F80C912147}" dt="2026-01-28T20:04:31.146" v="834"/>
          <ac:spMkLst>
            <pc:docMk/>
            <pc:sldMk cId="1152571280" sldId="288"/>
            <ac:spMk id="8" creationId="{39AE06C5-34BE-4D68-97C3-4C07702C2DF6}"/>
          </ac:spMkLst>
        </pc:spChg>
        <pc:spChg chg="mod">
          <ac:chgData name="Renan Xavier Cortes" userId="d6af805853004405" providerId="LiveId" clId="{924C1B46-04A5-4D24-AD6F-46F80C912147}" dt="2026-01-28T18:29:17.056" v="624" actId="1076"/>
          <ac:spMkLst>
            <pc:docMk/>
            <pc:sldMk cId="1152571280" sldId="288"/>
            <ac:spMk id="14" creationId="{427DBFEB-81BF-4CC3-A411-FBF43D295C56}"/>
          </ac:spMkLst>
        </pc:spChg>
      </pc:sldChg>
      <pc:sldChg chg="modSp add mod">
        <pc:chgData name="Renan Xavier Cortes" userId="d6af805853004405" providerId="LiveId" clId="{924C1B46-04A5-4D24-AD6F-46F80C912147}" dt="2026-01-28T20:04:33.826" v="835"/>
        <pc:sldMkLst>
          <pc:docMk/>
          <pc:sldMk cId="1265083167" sldId="289"/>
        </pc:sldMkLst>
        <pc:spChg chg="mod">
          <ac:chgData name="Renan Xavier Cortes" userId="d6af805853004405" providerId="LiveId" clId="{924C1B46-04A5-4D24-AD6F-46F80C912147}" dt="2026-01-28T20:04:33.826" v="835"/>
          <ac:spMkLst>
            <pc:docMk/>
            <pc:sldMk cId="1265083167" sldId="289"/>
            <ac:spMk id="8" creationId="{39AE06C5-34BE-4D68-97C3-4C07702C2DF6}"/>
          </ac:spMkLst>
        </pc:spChg>
        <pc:spChg chg="mod">
          <ac:chgData name="Renan Xavier Cortes" userId="d6af805853004405" providerId="LiveId" clId="{924C1B46-04A5-4D24-AD6F-46F80C912147}" dt="2026-01-28T18:29:30.994" v="627" actId="1076"/>
          <ac:spMkLst>
            <pc:docMk/>
            <pc:sldMk cId="1265083167" sldId="289"/>
            <ac:spMk id="14" creationId="{427DBFEB-81BF-4CC3-A411-FBF43D295C56}"/>
          </ac:spMkLst>
        </pc:spChg>
      </pc:sldChg>
      <pc:sldChg chg="modSp add mod">
        <pc:chgData name="Renan Xavier Cortes" userId="d6af805853004405" providerId="LiveId" clId="{924C1B46-04A5-4D24-AD6F-46F80C912147}" dt="2026-01-28T20:04:36.842" v="836"/>
        <pc:sldMkLst>
          <pc:docMk/>
          <pc:sldMk cId="1984859878" sldId="290"/>
        </pc:sldMkLst>
        <pc:spChg chg="mod">
          <ac:chgData name="Renan Xavier Cortes" userId="d6af805853004405" providerId="LiveId" clId="{924C1B46-04A5-4D24-AD6F-46F80C912147}" dt="2026-01-28T20:04:36.842" v="836"/>
          <ac:spMkLst>
            <pc:docMk/>
            <pc:sldMk cId="1984859878" sldId="290"/>
            <ac:spMk id="8" creationId="{39AE06C5-34BE-4D68-97C3-4C07702C2DF6}"/>
          </ac:spMkLst>
        </pc:spChg>
        <pc:spChg chg="mod">
          <ac:chgData name="Renan Xavier Cortes" userId="d6af805853004405" providerId="LiveId" clId="{924C1B46-04A5-4D24-AD6F-46F80C912147}" dt="2026-01-28T18:33:15.370" v="684" actId="207"/>
          <ac:spMkLst>
            <pc:docMk/>
            <pc:sldMk cId="1984859878" sldId="290"/>
            <ac:spMk id="14" creationId="{427DBFEB-81BF-4CC3-A411-FBF43D295C56}"/>
          </ac:spMkLst>
        </pc:spChg>
      </pc:sldChg>
      <pc:sldChg chg="addSp delSp modSp add mod modAnim">
        <pc:chgData name="Renan Xavier Cortes" userId="d6af805853004405" providerId="LiveId" clId="{924C1B46-04A5-4D24-AD6F-46F80C912147}" dt="2026-01-28T20:04:39.974" v="837"/>
        <pc:sldMkLst>
          <pc:docMk/>
          <pc:sldMk cId="3980882677" sldId="291"/>
        </pc:sldMkLst>
        <pc:spChg chg="add del mod">
          <ac:chgData name="Renan Xavier Cortes" userId="d6af805853004405" providerId="LiveId" clId="{924C1B46-04A5-4D24-AD6F-46F80C912147}" dt="2026-01-28T18:36:45.884" v="703" actId="478"/>
          <ac:spMkLst>
            <pc:docMk/>
            <pc:sldMk cId="3980882677" sldId="291"/>
            <ac:spMk id="4" creationId="{95E46B20-2D16-912A-47D2-5BBCCEB82245}"/>
          </ac:spMkLst>
        </pc:spChg>
        <pc:spChg chg="add mod">
          <ac:chgData name="Renan Xavier Cortes" userId="d6af805853004405" providerId="LiveId" clId="{924C1B46-04A5-4D24-AD6F-46F80C912147}" dt="2026-01-28T18:39:03.988" v="825" actId="1076"/>
          <ac:spMkLst>
            <pc:docMk/>
            <pc:sldMk cId="3980882677" sldId="291"/>
            <ac:spMk id="5" creationId="{7481C90C-28AF-5303-0575-768FCC31BD97}"/>
          </ac:spMkLst>
        </pc:spChg>
        <pc:spChg chg="add mod">
          <ac:chgData name="Renan Xavier Cortes" userId="d6af805853004405" providerId="LiveId" clId="{924C1B46-04A5-4D24-AD6F-46F80C912147}" dt="2026-01-28T18:39:18.510" v="828" actId="1076"/>
          <ac:spMkLst>
            <pc:docMk/>
            <pc:sldMk cId="3980882677" sldId="291"/>
            <ac:spMk id="6" creationId="{9B978614-591C-7E29-AFD7-23E7B501B454}"/>
          </ac:spMkLst>
        </pc:spChg>
        <pc:spChg chg="mod">
          <ac:chgData name="Renan Xavier Cortes" userId="d6af805853004405" providerId="LiveId" clId="{924C1B46-04A5-4D24-AD6F-46F80C912147}" dt="2026-01-28T20:04:39.974" v="837"/>
          <ac:spMkLst>
            <pc:docMk/>
            <pc:sldMk cId="3980882677" sldId="291"/>
            <ac:spMk id="8" creationId="{39AE06C5-34BE-4D68-97C3-4C07702C2DF6}"/>
          </ac:spMkLst>
        </pc:spChg>
        <pc:spChg chg="mod">
          <ac:chgData name="Renan Xavier Cortes" userId="d6af805853004405" providerId="LiveId" clId="{924C1B46-04A5-4D24-AD6F-46F80C912147}" dt="2026-01-28T18:36:32.588" v="702" actId="207"/>
          <ac:spMkLst>
            <pc:docMk/>
            <pc:sldMk cId="3980882677" sldId="291"/>
            <ac:spMk id="14" creationId="{427DBFEB-81BF-4CC3-A411-FBF43D295C56}"/>
          </ac:spMkLst>
        </pc:spChg>
      </pc:sldChg>
    </pc:docChg>
  </pc:docChgLst>
  <pc:docChgLst>
    <pc:chgData name="Renan Xavier Cortes" userId="d6af805853004405" providerId="LiveId" clId="{950B5AFF-F132-4192-98BF-4A1EDF544CA7}"/>
    <pc:docChg chg="undo custSel modSld">
      <pc:chgData name="Renan Xavier Cortes" userId="d6af805853004405" providerId="LiveId" clId="{950B5AFF-F132-4192-98BF-4A1EDF544CA7}" dt="2026-01-30T13:23:17.567" v="500" actId="20577"/>
      <pc:docMkLst>
        <pc:docMk/>
      </pc:docMkLst>
      <pc:sldChg chg="modSp mod">
        <pc:chgData name="Renan Xavier Cortes" userId="d6af805853004405" providerId="LiveId" clId="{950B5AFF-F132-4192-98BF-4A1EDF544CA7}" dt="2026-01-29T19:44:12.067" v="25" actId="20577"/>
        <pc:sldMkLst>
          <pc:docMk/>
          <pc:sldMk cId="193773268" sldId="256"/>
        </pc:sldMkLst>
        <pc:spChg chg="mod">
          <ac:chgData name="Renan Xavier Cortes" userId="d6af805853004405" providerId="LiveId" clId="{950B5AFF-F132-4192-98BF-4A1EDF544CA7}" dt="2026-01-29T19:44:12.067" v="25" actId="20577"/>
          <ac:spMkLst>
            <pc:docMk/>
            <pc:sldMk cId="193773268" sldId="256"/>
            <ac:spMk id="2" creationId="{F46BAB02-4578-42EC-A9FB-F4446897095D}"/>
          </ac:spMkLst>
        </pc:spChg>
      </pc:sldChg>
      <pc:sldChg chg="modSp mod">
        <pc:chgData name="Renan Xavier Cortes" userId="d6af805853004405" providerId="LiveId" clId="{950B5AFF-F132-4192-98BF-4A1EDF544CA7}" dt="2026-01-29T19:47:00.124" v="172" actId="20577"/>
        <pc:sldMkLst>
          <pc:docMk/>
          <pc:sldMk cId="1859719164" sldId="259"/>
        </pc:sldMkLst>
        <pc:spChg chg="mod">
          <ac:chgData name="Renan Xavier Cortes" userId="d6af805853004405" providerId="LiveId" clId="{950B5AFF-F132-4192-98BF-4A1EDF544CA7}" dt="2026-01-29T19:44:54.572" v="60" actId="20577"/>
          <ac:spMkLst>
            <pc:docMk/>
            <pc:sldMk cId="1859719164" sldId="259"/>
            <ac:spMk id="8" creationId="{39AE06C5-34BE-4D68-97C3-4C07702C2DF6}"/>
          </ac:spMkLst>
        </pc:spChg>
        <pc:spChg chg="mod">
          <ac:chgData name="Renan Xavier Cortes" userId="d6af805853004405" providerId="LiveId" clId="{950B5AFF-F132-4192-98BF-4A1EDF544CA7}" dt="2026-01-29T19:47:00.124" v="172" actId="20577"/>
          <ac:spMkLst>
            <pc:docMk/>
            <pc:sldMk cId="1859719164" sldId="259"/>
            <ac:spMk id="14" creationId="{427DBFEB-81BF-4CC3-A411-FBF43D295C56}"/>
          </ac:spMkLst>
        </pc:spChg>
      </pc:sldChg>
      <pc:sldChg chg="addSp delSp modSp mod">
        <pc:chgData name="Renan Xavier Cortes" userId="d6af805853004405" providerId="LiveId" clId="{950B5AFF-F132-4192-98BF-4A1EDF544CA7}" dt="2026-01-29T19:47:47.607" v="174"/>
        <pc:sldMkLst>
          <pc:docMk/>
          <pc:sldMk cId="1152571280" sldId="288"/>
        </pc:sldMkLst>
        <pc:spChg chg="add mod">
          <ac:chgData name="Renan Xavier Cortes" userId="d6af805853004405" providerId="LiveId" clId="{950B5AFF-F132-4192-98BF-4A1EDF544CA7}" dt="2026-01-29T19:47:47.607" v="174"/>
          <ac:spMkLst>
            <pc:docMk/>
            <pc:sldMk cId="1152571280" sldId="288"/>
            <ac:spMk id="4" creationId="{03AAB837-2F12-2CBA-1DBC-3BC1614B82E6}"/>
          </ac:spMkLst>
        </pc:spChg>
        <pc:spChg chg="del">
          <ac:chgData name="Renan Xavier Cortes" userId="d6af805853004405" providerId="LiveId" clId="{950B5AFF-F132-4192-98BF-4A1EDF544CA7}" dt="2026-01-29T19:47:46.967" v="173" actId="478"/>
          <ac:spMkLst>
            <pc:docMk/>
            <pc:sldMk cId="1152571280" sldId="288"/>
            <ac:spMk id="8" creationId="{39AE06C5-34BE-4D68-97C3-4C07702C2DF6}"/>
          </ac:spMkLst>
        </pc:spChg>
      </pc:sldChg>
      <pc:sldChg chg="addSp delSp modSp mod">
        <pc:chgData name="Renan Xavier Cortes" userId="d6af805853004405" providerId="LiveId" clId="{950B5AFF-F132-4192-98BF-4A1EDF544CA7}" dt="2026-01-29T19:59:17.396" v="409" actId="1076"/>
        <pc:sldMkLst>
          <pc:docMk/>
          <pc:sldMk cId="1265083167" sldId="289"/>
        </pc:sldMkLst>
        <pc:spChg chg="add mod">
          <ac:chgData name="Renan Xavier Cortes" userId="d6af805853004405" providerId="LiveId" clId="{950B5AFF-F132-4192-98BF-4A1EDF544CA7}" dt="2026-01-29T19:47:57.275" v="176"/>
          <ac:spMkLst>
            <pc:docMk/>
            <pc:sldMk cId="1265083167" sldId="289"/>
            <ac:spMk id="4" creationId="{BA4993BB-961F-3B68-9972-1610281ECC90}"/>
          </ac:spMkLst>
        </pc:spChg>
        <pc:spChg chg="del">
          <ac:chgData name="Renan Xavier Cortes" userId="d6af805853004405" providerId="LiveId" clId="{950B5AFF-F132-4192-98BF-4A1EDF544CA7}" dt="2026-01-29T19:47:56.666" v="175" actId="478"/>
          <ac:spMkLst>
            <pc:docMk/>
            <pc:sldMk cId="1265083167" sldId="289"/>
            <ac:spMk id="8" creationId="{39AE06C5-34BE-4D68-97C3-4C07702C2DF6}"/>
          </ac:spMkLst>
        </pc:spChg>
        <pc:spChg chg="mod">
          <ac:chgData name="Renan Xavier Cortes" userId="d6af805853004405" providerId="LiveId" clId="{950B5AFF-F132-4192-98BF-4A1EDF544CA7}" dt="2026-01-29T19:59:17.396" v="409" actId="1076"/>
          <ac:spMkLst>
            <pc:docMk/>
            <pc:sldMk cId="1265083167" sldId="289"/>
            <ac:spMk id="14" creationId="{427DBFEB-81BF-4CC3-A411-FBF43D295C56}"/>
          </ac:spMkLst>
        </pc:spChg>
      </pc:sldChg>
      <pc:sldChg chg="addSp delSp modSp mod">
        <pc:chgData name="Renan Xavier Cortes" userId="d6af805853004405" providerId="LiveId" clId="{950B5AFF-F132-4192-98BF-4A1EDF544CA7}" dt="2026-01-30T13:22:54.960" v="498" actId="20577"/>
        <pc:sldMkLst>
          <pc:docMk/>
          <pc:sldMk cId="1984859878" sldId="290"/>
        </pc:sldMkLst>
        <pc:spChg chg="add mod">
          <ac:chgData name="Renan Xavier Cortes" userId="d6af805853004405" providerId="LiveId" clId="{950B5AFF-F132-4192-98BF-4A1EDF544CA7}" dt="2026-01-29T19:49:26.048" v="261"/>
          <ac:spMkLst>
            <pc:docMk/>
            <pc:sldMk cId="1984859878" sldId="290"/>
            <ac:spMk id="4" creationId="{E61D9E72-5945-E4E8-8FAD-063AD6F2E0E0}"/>
          </ac:spMkLst>
        </pc:spChg>
        <pc:spChg chg="del">
          <ac:chgData name="Renan Xavier Cortes" userId="d6af805853004405" providerId="LiveId" clId="{950B5AFF-F132-4192-98BF-4A1EDF544CA7}" dt="2026-01-29T19:49:25.721" v="260" actId="478"/>
          <ac:spMkLst>
            <pc:docMk/>
            <pc:sldMk cId="1984859878" sldId="290"/>
            <ac:spMk id="8" creationId="{39AE06C5-34BE-4D68-97C3-4C07702C2DF6}"/>
          </ac:spMkLst>
        </pc:spChg>
        <pc:spChg chg="mod">
          <ac:chgData name="Renan Xavier Cortes" userId="d6af805853004405" providerId="LiveId" clId="{950B5AFF-F132-4192-98BF-4A1EDF544CA7}" dt="2026-01-30T13:22:54.960" v="498" actId="20577"/>
          <ac:spMkLst>
            <pc:docMk/>
            <pc:sldMk cId="1984859878" sldId="290"/>
            <ac:spMk id="14" creationId="{427DBFEB-81BF-4CC3-A411-FBF43D295C56}"/>
          </ac:spMkLst>
        </pc:spChg>
      </pc:sldChg>
      <pc:sldChg chg="addSp delSp modSp mod">
        <pc:chgData name="Renan Xavier Cortes" userId="d6af805853004405" providerId="LiveId" clId="{950B5AFF-F132-4192-98BF-4A1EDF544CA7}" dt="2026-01-30T13:23:17.567" v="500" actId="20577"/>
        <pc:sldMkLst>
          <pc:docMk/>
          <pc:sldMk cId="3980882677" sldId="291"/>
        </pc:sldMkLst>
        <pc:spChg chg="add mod">
          <ac:chgData name="Renan Xavier Cortes" userId="d6af805853004405" providerId="LiveId" clId="{950B5AFF-F132-4192-98BF-4A1EDF544CA7}" dt="2026-01-29T19:49:53.744" v="309"/>
          <ac:spMkLst>
            <pc:docMk/>
            <pc:sldMk cId="3980882677" sldId="291"/>
            <ac:spMk id="4" creationId="{40941CD3-6E8A-4C03-5BC0-DC70D9A8E986}"/>
          </ac:spMkLst>
        </pc:spChg>
        <pc:spChg chg="del">
          <ac:chgData name="Renan Xavier Cortes" userId="d6af805853004405" providerId="LiveId" clId="{950B5AFF-F132-4192-98BF-4A1EDF544CA7}" dt="2026-01-29T19:49:52.776" v="308" actId="478"/>
          <ac:spMkLst>
            <pc:docMk/>
            <pc:sldMk cId="3980882677" sldId="291"/>
            <ac:spMk id="8" creationId="{39AE06C5-34BE-4D68-97C3-4C07702C2DF6}"/>
          </ac:spMkLst>
        </pc:spChg>
        <pc:spChg chg="mod">
          <ac:chgData name="Renan Xavier Cortes" userId="d6af805853004405" providerId="LiveId" clId="{950B5AFF-F132-4192-98BF-4A1EDF544CA7}" dt="2026-01-30T13:23:17.567" v="500" actId="20577"/>
          <ac:spMkLst>
            <pc:docMk/>
            <pc:sldMk cId="3980882677" sldId="291"/>
            <ac:spMk id="14" creationId="{427DBFEB-81BF-4CC3-A411-FBF43D295C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F8303-3E6A-4B9A-B114-90BC24763552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88D93-34D3-419D-AEF5-A26FFAFED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184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214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330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529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534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88D93-34D3-419D-AEF5-A26FFAFED38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26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A2F1A-6080-4971-A33A-95DF4E2C1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C7BBF8-A856-4691-86E9-61C95CD78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FDF215-E0F5-4E53-AFCC-DD74CE94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EECCCF-D57C-4E63-90AC-F37211C0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CD0B4D-A53B-4ED2-9A41-D4FC8427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47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B0EEA-4F78-4E38-9ED2-DD5AF755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B7117B-6FD5-4FBE-9BE2-CB00353D1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C21908-9106-40EE-9D59-7FE2DEE7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890C1E-550B-4128-A365-102682BC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3C078F-A828-40D5-A573-CA8EDC845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474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3BA94-E44D-4113-AB97-76F7ABA10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7903A6-EF30-44F9-88BA-82E7E926C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D12E0A-92EE-4787-8D04-1615ACA0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E9A5D4-A7CD-4E3F-AE31-CA24C20CD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A0D66-07D3-4854-B32E-832F2E2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27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5934C-0EDE-4057-BE6C-235C6077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C426AF-CEA6-4BDE-96F1-3CF3A57A8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770036-7E06-441B-9252-F2808F5C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26713C-5551-4039-BBDD-7AAB6A60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64C2AE-FE0D-4A45-AD21-6FCABBCF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31E159-EE6F-4E08-A5B9-CD9707D5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89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64D24-94F1-4728-81BD-3B6331D49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0AED82-79E6-4099-8FF4-42649D89D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98FE2C-3ABE-4031-9129-CF7C9F7EF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113761-E86A-43EA-A9A3-750006308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E22E0D-C9AF-4309-8053-9249474CD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3D3C56-41B0-422A-A943-B4EA7F9D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26DBC2-3AB1-49A5-8631-0CB38290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5F1EEBF-72E9-480C-B6A8-3609ADF1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76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093A-EACA-4917-B9E7-FECB3B6F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E60EE8-DBED-4911-90A1-50437C091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8ECA24-10A4-4B51-B723-02B8B1DB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B8F9ADD-BBF7-41C6-A202-5B264A42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2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513048-08F8-4883-9EA5-1E7B6CCB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5399C3-67BB-4737-8C27-29F84E03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B27110-BB70-4555-BBAC-6ACBE33F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10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9EFBA-78F4-450C-92DB-9201AD1D8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31438-A0E9-47F4-837F-1A6FDF8B3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E379A0-52DC-45C9-A2AE-71834F8A8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AE1890-0E67-4F76-8EFC-E9CA29D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847BF3-0E6B-47A4-8A7F-1AAFE8D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CAFA31-F597-4185-A24F-BB0C97C8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940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B7317-23BB-4E76-825A-3673A701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43038B-B844-4BDD-8294-B4014D052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F181FB-BAE0-425C-9A4E-B829AEC2C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A63716-0CEB-4049-86D9-B070FB9D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949B01-B8E0-4DDC-9830-7F85F3E9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52E4E6-64E5-45E0-91BC-5ACF0998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67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0216F-B8DE-46CC-96B5-D27A51CC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2720DD-91FF-4D7E-9FFA-BC396519B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DBDF20-FCA5-4827-B32B-BF615E94F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82B8FE-20B3-4543-BF01-B49FDA7B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9FD039-C296-45D4-B0F9-9D693ACD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75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60417A-1345-44E5-9494-1F390040F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E643A3-BCAB-4E6B-B54F-CFF16EC5E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4B49B7-665F-4BDD-A62C-828FCF54E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D7CB32-49A2-409E-AC2E-CAAD16A5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D66B1A-67AB-47F4-A2BF-62E81C6F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710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1743C5-3550-4161-8C2E-999F18D2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512811-F0AC-47D3-A496-FF7F3F32E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DA4EB-2FEF-438C-8FB9-E48B1F950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CE400-4242-4B09-9036-D13CC6199FDE}" type="datetimeFigureOut">
              <a:rPr lang="pt-BR" smtClean="0"/>
              <a:t>30/07/2026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6CDAF4-4CC6-4E3B-B309-E38CAC19A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EC0242-51F6-4031-8024-8A8EE0CB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34F0-2ECC-450F-858C-77C3308FCE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92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renan...@ufrgs.b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BAB02-4578-42EC-A9FB-F44468970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7078"/>
            <a:ext cx="9144000" cy="2387600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MAT02201</a:t>
            </a:r>
            <a:b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</a:br>
            <a:r>
              <a:rPr lang="pt-BR" b="1" dirty="0">
                <a:solidFill>
                  <a:srgbClr val="002060"/>
                </a:solidFill>
                <a:latin typeface="Arial Nova" panose="020B0604020202020204" pitchFamily="34" charset="0"/>
                <a:cs typeface="Aparajita" panose="020B0502040204020203" pitchFamily="18" charset="0"/>
              </a:rPr>
              <a:t>Métodos Estatísticos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4682F1-DCA0-4D32-9C18-17426E59B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6753"/>
            <a:ext cx="9144000" cy="1655762"/>
          </a:xfrm>
        </p:spPr>
        <p:txBody>
          <a:bodyPr/>
          <a:lstStyle/>
          <a:p>
            <a:r>
              <a:rPr lang="pt-BR" b="1" dirty="0">
                <a:solidFill>
                  <a:schemeClr val="accent5">
                    <a:lumMod val="50000"/>
                  </a:schemeClr>
                </a:solidFill>
              </a:rPr>
              <a:t>Prof. Renan Xavier Cortes</a:t>
            </a:r>
          </a:p>
          <a:p>
            <a:r>
              <a:rPr lang="pt-BR" sz="1400" b="1" i="1" dirty="0"/>
              <a:t>https://renanxcortes.github.io/</a:t>
            </a:r>
          </a:p>
        </p:txBody>
      </p:sp>
      <p:pic>
        <p:nvPicPr>
          <p:cNvPr id="6" name="Picture 2" descr="UFRGS na Serra | Visão de futuro e coragem para inovar">
            <a:extLst>
              <a:ext uri="{FF2B5EF4-FFF2-40B4-BE49-F238E27FC236}">
                <a16:creationId xmlns:a16="http://schemas.microsoft.com/office/drawing/2014/main" id="{4A7AADD9-77E1-D9FD-8C50-C80FC3FC3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6889B0-5ADD-C328-CACF-DD27112D4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73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AE06C5-34BE-4D68-97C3-4C07702C2DF6}"/>
              </a:ext>
            </a:extLst>
          </p:cNvPr>
          <p:cNvSpPr txBox="1"/>
          <p:nvPr/>
        </p:nvSpPr>
        <p:spPr>
          <a:xfrm>
            <a:off x="1103819" y="140678"/>
            <a:ext cx="8699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MAT02201 – Métodos Estatísticos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0" y="1559985"/>
            <a:ext cx="11935326" cy="4176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110"/>
              </a:spcAft>
            </a:pPr>
            <a:r>
              <a:rPr lang="pt-BR" sz="3200" b="1" dirty="0"/>
              <a:t>Sejam muito bem-vindos e bem-vindas à disciplina de Métodos Estatísticos!</a:t>
            </a:r>
          </a:p>
          <a:p>
            <a:pPr algn="ctr">
              <a:lnSpc>
                <a:spcPct val="150000"/>
              </a:lnSpc>
              <a:spcAft>
                <a:spcPts val="110"/>
              </a:spcAft>
            </a:pPr>
            <a:r>
              <a:rPr lang="pt-BR" sz="3200" b="1"/>
              <a:t>Turma A1</a:t>
            </a:r>
            <a:endParaRPr lang="pt-BR" sz="3200" b="1" dirty="0"/>
          </a:p>
          <a:p>
            <a:pPr algn="ctr">
              <a:lnSpc>
                <a:spcPct val="150000"/>
              </a:lnSpc>
              <a:spcAft>
                <a:spcPts val="110"/>
              </a:spcAft>
            </a:pPr>
            <a:endParaRPr lang="pt-BR" b="1" dirty="0"/>
          </a:p>
          <a:p>
            <a:pPr algn="ctr">
              <a:lnSpc>
                <a:spcPct val="150000"/>
              </a:lnSpc>
              <a:spcAft>
                <a:spcPts val="110"/>
              </a:spcAft>
            </a:pPr>
            <a:r>
              <a:rPr lang="pt-BR" sz="3200" b="1" dirty="0"/>
              <a:t>Aulas das 07:30 às 09:10 nas segundas e sextas</a:t>
            </a:r>
          </a:p>
          <a:p>
            <a:pPr algn="ctr">
              <a:lnSpc>
                <a:spcPct val="150000"/>
              </a:lnSpc>
              <a:spcAft>
                <a:spcPts val="110"/>
              </a:spcAft>
            </a:pPr>
            <a:r>
              <a:rPr lang="pt-BR" sz="3200" b="1" dirty="0"/>
              <a:t>Local: Faculdade de Agronomia - Prédio Central</a:t>
            </a:r>
            <a:endParaRPr lang="pt-BR" sz="1200" b="1" i="1" dirty="0"/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719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2166442"/>
            <a:ext cx="10310191" cy="2525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10"/>
              </a:spcAft>
            </a:pPr>
            <a:r>
              <a:rPr lang="pt-BR" sz="3600" b="1" dirty="0"/>
              <a:t>Onde me encontrar: Sala B118 do Campus do Vale</a:t>
            </a:r>
          </a:p>
          <a:p>
            <a:pPr algn="just">
              <a:lnSpc>
                <a:spcPct val="150000"/>
              </a:lnSpc>
              <a:spcAft>
                <a:spcPts val="110"/>
              </a:spcAft>
            </a:pPr>
            <a:r>
              <a:rPr lang="pt-BR" sz="3600" b="1" dirty="0"/>
              <a:t>E-mail: </a:t>
            </a:r>
            <a:r>
              <a:rPr lang="pt-BR" sz="3600" b="1" dirty="0">
                <a:hlinkClick r:id="rId3"/>
              </a:rPr>
              <a:t>renan.cortes@ufrgs.br</a:t>
            </a:r>
            <a:endParaRPr lang="pt-BR" sz="3600" b="1" dirty="0"/>
          </a:p>
          <a:p>
            <a:pPr algn="just">
              <a:lnSpc>
                <a:spcPct val="150000"/>
              </a:lnSpc>
              <a:spcAft>
                <a:spcPts val="110"/>
              </a:spcAft>
            </a:pPr>
            <a:r>
              <a:rPr lang="pt-BR" sz="3600" b="1" dirty="0"/>
              <a:t>Materiais da Disciplina no Moodle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3AAB837-2F12-2CBA-1DBC-3BC1614B82E6}"/>
              </a:ext>
            </a:extLst>
          </p:cNvPr>
          <p:cNvSpPr txBox="1"/>
          <p:nvPr/>
        </p:nvSpPr>
        <p:spPr>
          <a:xfrm>
            <a:off x="1103819" y="140678"/>
            <a:ext cx="8699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MAT02201 – Métodos Estatísticos</a:t>
            </a:r>
          </a:p>
        </p:txBody>
      </p:sp>
    </p:spTree>
    <p:extLst>
      <p:ext uri="{BB962C8B-B14F-4D97-AF65-F5344CB8AC3E}">
        <p14:creationId xmlns:p14="http://schemas.microsoft.com/office/powerpoint/2010/main" val="1152571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493806" y="1680983"/>
            <a:ext cx="11204388" cy="3954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Apresentação do Plano de Ensino</a:t>
            </a:r>
          </a:p>
          <a:p>
            <a:pPr marL="457200" indent="-45720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b="1" dirty="0"/>
          </a:p>
          <a:p>
            <a:pPr marL="457200" indent="-45720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Apresentação do Cronograma Previsto com Datas</a:t>
            </a:r>
          </a:p>
          <a:p>
            <a:pPr marL="457200" indent="-45720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endParaRPr lang="pt-BR" sz="2800" b="1" dirty="0"/>
          </a:p>
          <a:p>
            <a:pPr marL="457200" indent="-457200">
              <a:lnSpc>
                <a:spcPct val="150000"/>
              </a:lnSpc>
              <a:spcAft>
                <a:spcPts val="110"/>
              </a:spcAft>
              <a:buFont typeface="Wingdings" panose="05000000000000000000" pitchFamily="2" charset="2"/>
              <a:buChar char="Ø"/>
            </a:pPr>
            <a:r>
              <a:rPr lang="pt-BR" sz="2800" b="1" dirty="0"/>
              <a:t>Material será ancorado nas bibliografias do Plano de Ensino e material de semestres anteriores e de disciplinas relacionadas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A4993BB-961F-3B68-9972-1610281ECC90}"/>
              </a:ext>
            </a:extLst>
          </p:cNvPr>
          <p:cNvSpPr txBox="1"/>
          <p:nvPr/>
        </p:nvSpPr>
        <p:spPr>
          <a:xfrm>
            <a:off x="1103819" y="140678"/>
            <a:ext cx="8699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MAT02201 – Métodos Estatísticos</a:t>
            </a:r>
          </a:p>
        </p:txBody>
      </p:sp>
    </p:spTree>
    <p:extLst>
      <p:ext uri="{BB962C8B-B14F-4D97-AF65-F5344CB8AC3E}">
        <p14:creationId xmlns:p14="http://schemas.microsoft.com/office/powerpoint/2010/main" val="1265083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100077"/>
            <a:ext cx="10310191" cy="5680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Os critérios de avaliação dessa disciplina incluirão a realização das seguintes tarefas, com os referidos pesos: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- PROVA 1 - PESO 1/3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- PROVA 2 - PESO 1/3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- PROVA 3 - PESO 1/3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endParaRPr lang="pt-BR" sz="1300" b="1" dirty="0"/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DATAS DAS PROVAS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PROVA 1: </a:t>
            </a:r>
            <a:r>
              <a:rPr lang="pt-BR" sz="1300" b="1" dirty="0">
                <a:solidFill>
                  <a:srgbClr val="FF0000"/>
                </a:solidFill>
              </a:rPr>
              <a:t>21/09/2026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PROVA 2: </a:t>
            </a:r>
            <a:r>
              <a:rPr lang="pt-BR" sz="1300" b="1" dirty="0">
                <a:solidFill>
                  <a:srgbClr val="FF0000"/>
                </a:solidFill>
              </a:rPr>
              <a:t>30/10/2026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PROVA 3: </a:t>
            </a:r>
            <a:r>
              <a:rPr lang="pt-BR" sz="1300" b="1" dirty="0">
                <a:solidFill>
                  <a:srgbClr val="FF0000"/>
                </a:solidFill>
              </a:rPr>
              <a:t>07/12/2026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endParaRPr lang="pt-BR" sz="1300" b="1" dirty="0"/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A Média Final (MF) será calculada como a média aritmética da nota das três provas.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endParaRPr lang="pt-BR" sz="1300" b="1" dirty="0"/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O conceito final será atribuído da seguinte maneira: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Conceito A para MF maior ou igual a 9,0.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Conceito B para MF maior ou igual a 7,5 e menor do que 9,0.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Conceito C para MF maior ou igual a 6,0 e menor do que 7,5.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Conceito D para MF menor do que 6,0.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sz="1300" b="1" dirty="0"/>
              <a:t>Conceito FF se o aluno tiver frequência inferior a 75% da carga horária prevista no plano da disciplina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61D9E72-5945-E4E8-8FAD-063AD6F2E0E0}"/>
              </a:ext>
            </a:extLst>
          </p:cNvPr>
          <p:cNvSpPr txBox="1"/>
          <p:nvPr/>
        </p:nvSpPr>
        <p:spPr>
          <a:xfrm>
            <a:off x="1103819" y="140678"/>
            <a:ext cx="8699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MAT02201 – Métodos Estatísticos</a:t>
            </a:r>
          </a:p>
        </p:txBody>
      </p:sp>
    </p:spTree>
    <p:extLst>
      <p:ext uri="{BB962C8B-B14F-4D97-AF65-F5344CB8AC3E}">
        <p14:creationId xmlns:p14="http://schemas.microsoft.com/office/powerpoint/2010/main" val="1984859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80B8309-4572-4E27-8B6F-D29679313292}"/>
              </a:ext>
            </a:extLst>
          </p:cNvPr>
          <p:cNvCxnSpPr>
            <a:cxnSpLocks/>
          </p:cNvCxnSpPr>
          <p:nvPr/>
        </p:nvCxnSpPr>
        <p:spPr>
          <a:xfrm>
            <a:off x="-112541" y="970671"/>
            <a:ext cx="83280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27DBFEB-81BF-4CC3-A411-FBF43D295C56}"/>
              </a:ext>
            </a:extLst>
          </p:cNvPr>
          <p:cNvSpPr txBox="1"/>
          <p:nvPr/>
        </p:nvSpPr>
        <p:spPr>
          <a:xfrm>
            <a:off x="940904" y="1501508"/>
            <a:ext cx="10310191" cy="43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b="1" dirty="0"/>
              <a:t>Sobre a recuperação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endParaRPr lang="pt-BR" b="1" dirty="0"/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b="1" dirty="0"/>
              <a:t>Os alunos que não atingirem o conceito mínimo para aprovação poderão fazer uma (única) avaliação de recuperação, abrangendo todo o conteúdo programático da disciplina.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b="1" dirty="0"/>
              <a:t>A nova Média Final será calculada do seguinte modo: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b="1" dirty="0"/>
              <a:t>Média final após recuperação = (0,4 * MF) + (0,6 * Nota da avaliação de recuperação).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endParaRPr lang="pt-BR" b="1" dirty="0"/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b="1" dirty="0"/>
              <a:t>DATA DA RECUPERAÇÃO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b="1" dirty="0"/>
              <a:t>(PRESENCIAL)</a:t>
            </a:r>
          </a:p>
          <a:p>
            <a:pPr>
              <a:lnSpc>
                <a:spcPct val="150000"/>
              </a:lnSpc>
              <a:spcAft>
                <a:spcPts val="110"/>
              </a:spcAft>
            </a:pPr>
            <a:r>
              <a:rPr lang="pt-BR" b="1" dirty="0"/>
              <a:t>RECUPERAÇÃO: </a:t>
            </a:r>
            <a:r>
              <a:rPr lang="pt-BR" b="1" dirty="0">
                <a:solidFill>
                  <a:srgbClr val="FF0000"/>
                </a:solidFill>
              </a:rPr>
              <a:t>14/12/2026</a:t>
            </a:r>
          </a:p>
        </p:txBody>
      </p:sp>
      <p:pic>
        <p:nvPicPr>
          <p:cNvPr id="2" name="Picture 2" descr="UFRGS na Serra | Visão de futuro e coragem para inovar">
            <a:extLst>
              <a:ext uri="{FF2B5EF4-FFF2-40B4-BE49-F238E27FC236}">
                <a16:creationId xmlns:a16="http://schemas.microsoft.com/office/drawing/2014/main" id="{567C8E3D-C535-EC50-849C-270CEB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2" y="6346096"/>
            <a:ext cx="683614" cy="44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63204-9A6C-C5D7-7C9B-AAF56539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599" y="6212508"/>
            <a:ext cx="1329440" cy="57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have Esquerda 4">
            <a:extLst>
              <a:ext uri="{FF2B5EF4-FFF2-40B4-BE49-F238E27FC236}">
                <a16:creationId xmlns:a16="http://schemas.microsoft.com/office/drawing/2014/main" id="{7481C90C-28AF-5303-0575-768FCC31BD97}"/>
              </a:ext>
            </a:extLst>
          </p:cNvPr>
          <p:cNvSpPr/>
          <p:nvPr/>
        </p:nvSpPr>
        <p:spPr>
          <a:xfrm rot="16200000">
            <a:off x="6378755" y="1704469"/>
            <a:ext cx="435255" cy="5185172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978614-591C-7E29-AFD7-23E7B501B454}"/>
              </a:ext>
            </a:extLst>
          </p:cNvPr>
          <p:cNvSpPr txBox="1"/>
          <p:nvPr/>
        </p:nvSpPr>
        <p:spPr>
          <a:xfrm>
            <a:off x="4824150" y="4625487"/>
            <a:ext cx="3544464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Note a importância da consistência ao longo do semestre para garantir uma boa MF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0941CD3-6E8A-4C03-5BC0-DC70D9A8E986}"/>
              </a:ext>
            </a:extLst>
          </p:cNvPr>
          <p:cNvSpPr txBox="1"/>
          <p:nvPr/>
        </p:nvSpPr>
        <p:spPr>
          <a:xfrm>
            <a:off x="1103819" y="140678"/>
            <a:ext cx="8699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MAT02201 – Métodos Estatísticos</a:t>
            </a:r>
          </a:p>
        </p:txBody>
      </p:sp>
    </p:spTree>
    <p:extLst>
      <p:ext uri="{BB962C8B-B14F-4D97-AF65-F5344CB8AC3E}">
        <p14:creationId xmlns:p14="http://schemas.microsoft.com/office/powerpoint/2010/main" val="3980882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8578</TotalTime>
  <Words>355</Words>
  <Application>Microsoft Office PowerPoint</Application>
  <PresentationFormat>Widescreen</PresentationFormat>
  <Paragraphs>54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Arial</vt:lpstr>
      <vt:lpstr>Arial Nova</vt:lpstr>
      <vt:lpstr>Calibri</vt:lpstr>
      <vt:lpstr>Calibri Light</vt:lpstr>
      <vt:lpstr>Cambria</vt:lpstr>
      <vt:lpstr>Wingdings</vt:lpstr>
      <vt:lpstr>Tema do Office</vt:lpstr>
      <vt:lpstr>MAT02201 Métodos Estatísticos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 de Dados e Inteligência Artificial</dc:title>
  <dc:creator>RENAN XAVIER CORTES</dc:creator>
  <cp:lastModifiedBy>Renan Xavier Cortes</cp:lastModifiedBy>
  <cp:revision>117</cp:revision>
  <dcterms:created xsi:type="dcterms:W3CDTF">2020-10-25T10:14:05Z</dcterms:created>
  <dcterms:modified xsi:type="dcterms:W3CDTF">2026-07-30T12:24:24Z</dcterms:modified>
</cp:coreProperties>
</file>