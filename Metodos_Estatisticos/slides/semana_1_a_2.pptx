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9" r:id="rId3"/>
    <p:sldId id="260" r:id="rId4"/>
    <p:sldId id="291" r:id="rId5"/>
    <p:sldId id="292" r:id="rId6"/>
    <p:sldId id="261" r:id="rId7"/>
    <p:sldId id="301" r:id="rId8"/>
    <p:sldId id="262" r:id="rId9"/>
    <p:sldId id="302" r:id="rId10"/>
    <p:sldId id="303" r:id="rId11"/>
    <p:sldId id="304" r:id="rId12"/>
    <p:sldId id="263" r:id="rId13"/>
    <p:sldId id="293" r:id="rId14"/>
    <p:sldId id="264" r:id="rId15"/>
    <p:sldId id="266" r:id="rId16"/>
    <p:sldId id="265" r:id="rId17"/>
    <p:sldId id="267" r:id="rId18"/>
    <p:sldId id="268" r:id="rId19"/>
    <p:sldId id="295" r:id="rId20"/>
    <p:sldId id="294" r:id="rId21"/>
    <p:sldId id="296" r:id="rId22"/>
    <p:sldId id="300" r:id="rId23"/>
    <p:sldId id="297" r:id="rId24"/>
    <p:sldId id="298" r:id="rId25"/>
    <p:sldId id="299" r:id="rId26"/>
    <p:sldId id="274" r:id="rId27"/>
    <p:sldId id="275" r:id="rId28"/>
    <p:sldId id="269" r:id="rId29"/>
    <p:sldId id="270" r:id="rId30"/>
    <p:sldId id="280" r:id="rId31"/>
    <p:sldId id="281" r:id="rId32"/>
    <p:sldId id="282" r:id="rId33"/>
    <p:sldId id="283" r:id="rId34"/>
    <p:sldId id="271" r:id="rId35"/>
    <p:sldId id="284" r:id="rId36"/>
    <p:sldId id="289" r:id="rId37"/>
    <p:sldId id="290" r:id="rId38"/>
    <p:sldId id="287" r:id="rId39"/>
    <p:sldId id="286" r:id="rId40"/>
    <p:sldId id="288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212BA557-4780-4474-BA67-C155C1354E75}"/>
    <pc:docChg chg="custSel addSld modSld">
      <pc:chgData name="Renan Xavier Cortes" userId="d6af805853004405" providerId="LiveId" clId="{212BA557-4780-4474-BA67-C155C1354E75}" dt="2026-01-26T15:01:38.670" v="181" actId="1076"/>
      <pc:docMkLst>
        <pc:docMk/>
      </pc:docMkLst>
      <pc:sldChg chg="delSp modSp add mod">
        <pc:chgData name="Renan Xavier Cortes" userId="d6af805853004405" providerId="LiveId" clId="{212BA557-4780-4474-BA67-C155C1354E75}" dt="2026-01-26T15:01:38.670" v="181" actId="1076"/>
        <pc:sldMkLst>
          <pc:docMk/>
          <pc:sldMk cId="1515360493" sldId="288"/>
        </pc:sldMkLst>
        <pc:spChg chg="mod">
          <ac:chgData name="Renan Xavier Cortes" userId="d6af805853004405" providerId="LiveId" clId="{212BA557-4780-4474-BA67-C155C1354E75}" dt="2026-01-26T15:01:38.670" v="181" actId="1076"/>
          <ac:spMkLst>
            <pc:docMk/>
            <pc:sldMk cId="1515360493" sldId="288"/>
            <ac:spMk id="4" creationId="{4B84190D-BF19-CEFE-E86D-F0B0EBBA7C0B}"/>
          </ac:spMkLst>
        </pc:spChg>
        <pc:spChg chg="mod">
          <ac:chgData name="Renan Xavier Cortes" userId="d6af805853004405" providerId="LiveId" clId="{212BA557-4780-4474-BA67-C155C1354E75}" dt="2026-01-22T13:30:12.805" v="25" actId="20577"/>
          <ac:spMkLst>
            <pc:docMk/>
            <pc:sldMk cId="1515360493" sldId="288"/>
            <ac:spMk id="8" creationId="{39AE06C5-34BE-4D68-97C3-4C07702C2DF6}"/>
          </ac:spMkLst>
        </pc:spChg>
        <pc:picChg chg="del">
          <ac:chgData name="Renan Xavier Cortes" userId="d6af805853004405" providerId="LiveId" clId="{212BA557-4780-4474-BA67-C155C1354E75}" dt="2026-01-22T13:30:15.241" v="26" actId="478"/>
          <ac:picMkLst>
            <pc:docMk/>
            <pc:sldMk cId="1515360493" sldId="288"/>
            <ac:picMk id="6" creationId="{96B5210F-1605-9FC7-8E4A-D66BA6A8C835}"/>
          </ac:picMkLst>
        </pc:picChg>
      </pc:sldChg>
    </pc:docChg>
  </pc:docChgLst>
  <pc:docChgLst>
    <pc:chgData name="Renan Xavier Cortes" userId="d6af805853004405" providerId="LiveId" clId="{DD4EF9CF-6574-4471-A21D-3BB24D0401B4}"/>
    <pc:docChg chg="undo custSel addSld delSld modSld sldOrd">
      <pc:chgData name="Renan Xavier Cortes" userId="d6af805853004405" providerId="LiveId" clId="{DD4EF9CF-6574-4471-A21D-3BB24D0401B4}" dt="2026-03-03T17:07:11.099" v="1533" actId="108"/>
      <pc:docMkLst>
        <pc:docMk/>
      </pc:docMkLst>
      <pc:sldChg chg="addSp delSp modSp mod modAnim">
        <pc:chgData name="Renan Xavier Cortes" userId="d6af805853004405" providerId="LiveId" clId="{DD4EF9CF-6574-4471-A21D-3BB24D0401B4}" dt="2026-02-27T19:57:54.608" v="292" actId="113"/>
        <pc:sldMkLst>
          <pc:docMk/>
          <pc:sldMk cId="2921823341" sldId="260"/>
        </pc:sldMkLst>
        <pc:spChg chg="add mod">
          <ac:chgData name="Renan Xavier Cortes" userId="d6af805853004405" providerId="LiveId" clId="{DD4EF9CF-6574-4471-A21D-3BB24D0401B4}" dt="2026-02-27T19:57:54.608" v="292" actId="113"/>
          <ac:spMkLst>
            <pc:docMk/>
            <pc:sldMk cId="2921823341" sldId="260"/>
            <ac:spMk id="4" creationId="{215F603E-0960-D36D-0ABA-78F8C93CFA77}"/>
          </ac:spMkLst>
        </pc:spChg>
        <pc:spChg chg="add mod">
          <ac:chgData name="Renan Xavier Cortes" userId="d6af805853004405" providerId="LiveId" clId="{DD4EF9CF-6574-4471-A21D-3BB24D0401B4}" dt="2026-02-27T19:57:41.557" v="288" actId="1076"/>
          <ac:spMkLst>
            <pc:docMk/>
            <pc:sldMk cId="2921823341" sldId="260"/>
            <ac:spMk id="5" creationId="{69970046-49A2-6146-7770-02569E439BFD}"/>
          </ac:spMkLst>
        </pc:spChg>
        <pc:spChg chg="del">
          <ac:chgData name="Renan Xavier Cortes" userId="d6af805853004405" providerId="LiveId" clId="{DD4EF9CF-6574-4471-A21D-3BB24D0401B4}" dt="2026-02-27T19:57:23.115" v="283" actId="478"/>
          <ac:spMkLst>
            <pc:docMk/>
            <pc:sldMk cId="2921823341" sldId="260"/>
            <ac:spMk id="14" creationId="{427DBFEB-81BF-4CC3-A411-FBF43D295C56}"/>
          </ac:spMkLst>
        </pc:spChg>
      </pc:sldChg>
      <pc:sldChg chg="modSp mod">
        <pc:chgData name="Renan Xavier Cortes" userId="d6af805853004405" providerId="LiveId" clId="{DD4EF9CF-6574-4471-A21D-3BB24D0401B4}" dt="2026-02-27T20:20:06.782" v="714" actId="20577"/>
        <pc:sldMkLst>
          <pc:docMk/>
          <pc:sldMk cId="2121898900" sldId="261"/>
        </pc:sldMkLst>
        <pc:spChg chg="mod">
          <ac:chgData name="Renan Xavier Cortes" userId="d6af805853004405" providerId="LiveId" clId="{DD4EF9CF-6574-4471-A21D-3BB24D0401B4}" dt="2026-02-27T20:20:06.782" v="714" actId="20577"/>
          <ac:spMkLst>
            <pc:docMk/>
            <pc:sldMk cId="2121898900" sldId="261"/>
            <ac:spMk id="14" creationId="{427DBFEB-81BF-4CC3-A411-FBF43D295C56}"/>
          </ac:spMkLst>
        </pc:spChg>
      </pc:sldChg>
      <pc:sldChg chg="modSp mod modAnim">
        <pc:chgData name="Renan Xavier Cortes" userId="d6af805853004405" providerId="LiveId" clId="{DD4EF9CF-6574-4471-A21D-3BB24D0401B4}" dt="2026-02-27T20:30:21.752" v="756" actId="1076"/>
        <pc:sldMkLst>
          <pc:docMk/>
          <pc:sldMk cId="2689213611" sldId="262"/>
        </pc:sldMkLst>
        <pc:spChg chg="mod">
          <ac:chgData name="Renan Xavier Cortes" userId="d6af805853004405" providerId="LiveId" clId="{DD4EF9CF-6574-4471-A21D-3BB24D0401B4}" dt="2026-02-27T20:30:03.923" v="753" actId="14100"/>
          <ac:spMkLst>
            <pc:docMk/>
            <pc:sldMk cId="2689213611" sldId="262"/>
            <ac:spMk id="14" creationId="{427DBFEB-81BF-4CC3-A411-FBF43D295C56}"/>
          </ac:spMkLst>
        </pc:spChg>
        <pc:picChg chg="mod">
          <ac:chgData name="Renan Xavier Cortes" userId="d6af805853004405" providerId="LiveId" clId="{DD4EF9CF-6574-4471-A21D-3BB24D0401B4}" dt="2026-02-27T20:30:21.752" v="756" actId="1076"/>
          <ac:picMkLst>
            <pc:docMk/>
            <pc:sldMk cId="2689213611" sldId="262"/>
            <ac:picMk id="1026" creationId="{3AF06A5C-D23B-2668-9192-9EBD3941659A}"/>
          </ac:picMkLst>
        </pc:picChg>
      </pc:sldChg>
      <pc:sldChg chg="addSp delSp modSp mod ord delAnim modAnim">
        <pc:chgData name="Renan Xavier Cortes" userId="d6af805853004405" providerId="LiveId" clId="{DD4EF9CF-6574-4471-A21D-3BB24D0401B4}" dt="2026-02-28T16:44:49.066" v="1464"/>
        <pc:sldMkLst>
          <pc:docMk/>
          <pc:sldMk cId="1495373715" sldId="263"/>
        </pc:sldMkLst>
        <pc:spChg chg="add del mod">
          <ac:chgData name="Renan Xavier Cortes" userId="d6af805853004405" providerId="LiveId" clId="{DD4EF9CF-6574-4471-A21D-3BB24D0401B4}" dt="2026-02-27T20:31:33.113" v="773" actId="478"/>
          <ac:spMkLst>
            <pc:docMk/>
            <pc:sldMk cId="1495373715" sldId="263"/>
            <ac:spMk id="4" creationId="{04FE27B3-BAA3-7BD3-C30D-612FB32BFFCC}"/>
          </ac:spMkLst>
        </pc:spChg>
        <pc:spChg chg="del">
          <ac:chgData name="Renan Xavier Cortes" userId="d6af805853004405" providerId="LiveId" clId="{DD4EF9CF-6574-4471-A21D-3BB24D0401B4}" dt="2026-02-27T20:33:37.559" v="945" actId="478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DD4EF9CF-6574-4471-A21D-3BB24D0401B4}" dt="2026-02-28T16:38:21.736" v="1417" actId="20577"/>
          <ac:spMkLst>
            <pc:docMk/>
            <pc:sldMk cId="1495373715" sldId="263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34:32.679" v="1051" actId="1076"/>
          <ac:spMkLst>
            <pc:docMk/>
            <pc:sldMk cId="1495373715" sldId="263"/>
            <ac:spMk id="9" creationId="{444D4556-FDED-9A8C-50BB-CB4FC89FBF18}"/>
          </ac:spMkLst>
        </pc:spChg>
        <pc:spChg chg="add mod">
          <ac:chgData name="Renan Xavier Cortes" userId="d6af805853004405" providerId="LiveId" clId="{DD4EF9CF-6574-4471-A21D-3BB24D0401B4}" dt="2026-02-27T20:34:41.556" v="1054" actId="1076"/>
          <ac:spMkLst>
            <pc:docMk/>
            <pc:sldMk cId="1495373715" sldId="263"/>
            <ac:spMk id="10" creationId="{D4743F8A-0FBD-FFB1-7691-4655653FAC16}"/>
          </ac:spMkLst>
        </pc:spChg>
        <pc:picChg chg="del">
          <ac:chgData name="Renan Xavier Cortes" userId="d6af805853004405" providerId="LiveId" clId="{DD4EF9CF-6574-4471-A21D-3BB24D0401B4}" dt="2026-02-27T20:31:13.667" v="758" actId="478"/>
          <ac:picMkLst>
            <pc:docMk/>
            <pc:sldMk cId="1495373715" sldId="263"/>
            <ac:picMk id="5" creationId="{99503125-E213-E8F6-DAF3-BEC6F775BCC7}"/>
          </ac:picMkLst>
        </pc:picChg>
      </pc:sldChg>
      <pc:sldChg chg="modAnim">
        <pc:chgData name="Renan Xavier Cortes" userId="d6af805853004405" providerId="LiveId" clId="{DD4EF9CF-6574-4471-A21D-3BB24D0401B4}" dt="2026-02-18T18:21:18.803" v="222"/>
        <pc:sldMkLst>
          <pc:docMk/>
          <pc:sldMk cId="612877480" sldId="264"/>
        </pc:sldMkLst>
      </pc:sldChg>
      <pc:sldChg chg="modAnim">
        <pc:chgData name="Renan Xavier Cortes" userId="d6af805853004405" providerId="LiveId" clId="{DD4EF9CF-6574-4471-A21D-3BB24D0401B4}" dt="2026-02-18T18:21:48.312" v="225"/>
        <pc:sldMkLst>
          <pc:docMk/>
          <pc:sldMk cId="607923279" sldId="265"/>
        </pc:sldMkLst>
      </pc:sldChg>
      <pc:sldChg chg="modSp mod">
        <pc:chgData name="Renan Xavier Cortes" userId="d6af805853004405" providerId="LiveId" clId="{DD4EF9CF-6574-4471-A21D-3BB24D0401B4}" dt="2026-02-27T20:56:10.645" v="1139" actId="1076"/>
        <pc:sldMkLst>
          <pc:docMk/>
          <pc:sldMk cId="4060517312" sldId="268"/>
        </pc:sldMkLst>
        <pc:spChg chg="mod">
          <ac:chgData name="Renan Xavier Cortes" userId="d6af805853004405" providerId="LiveId" clId="{DD4EF9CF-6574-4471-A21D-3BB24D0401B4}" dt="2026-02-27T20:56:10.645" v="1139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DD4EF9CF-6574-4471-A21D-3BB24D0401B4}" dt="2026-02-27T20:55:53.683" v="1133" actId="20577"/>
          <ac:spMkLst>
            <pc:docMk/>
            <pc:sldMk cId="4060517312" sldId="268"/>
            <ac:spMk id="8" creationId="{39AE06C5-34BE-4D68-97C3-4C07702C2DF6}"/>
          </ac:spMkLst>
        </pc:spChg>
      </pc:sldChg>
      <pc:sldChg chg="addSp modSp mod">
        <pc:chgData name="Renan Xavier Cortes" userId="d6af805853004405" providerId="LiveId" clId="{DD4EF9CF-6574-4471-A21D-3BB24D0401B4}" dt="2026-02-27T21:12:36.216" v="1408" actId="1076"/>
        <pc:sldMkLst>
          <pc:docMk/>
          <pc:sldMk cId="2280539132" sldId="269"/>
        </pc:sldMkLst>
        <pc:spChg chg="add mod">
          <ac:chgData name="Renan Xavier Cortes" userId="d6af805853004405" providerId="LiveId" clId="{DD4EF9CF-6574-4471-A21D-3BB24D0401B4}" dt="2026-02-27T21:12:36.216" v="1408" actId="1076"/>
          <ac:spMkLst>
            <pc:docMk/>
            <pc:sldMk cId="2280539132" sldId="269"/>
            <ac:spMk id="5" creationId="{D23AED29-B560-0A6A-45AF-EE0AC78C3714}"/>
          </ac:spMkLst>
        </pc:spChg>
      </pc:sldChg>
      <pc:sldChg chg="addSp delSp modSp mod">
        <pc:chgData name="Renan Xavier Cortes" userId="d6af805853004405" providerId="LiveId" clId="{DD4EF9CF-6574-4471-A21D-3BB24D0401B4}" dt="2026-02-27T21:08:16.852" v="1269"/>
        <pc:sldMkLst>
          <pc:docMk/>
          <pc:sldMk cId="2090754589" sldId="274"/>
        </pc:sldMkLst>
        <pc:spChg chg="add mod">
          <ac:chgData name="Renan Xavier Cortes" userId="d6af805853004405" providerId="LiveId" clId="{DD4EF9CF-6574-4471-A21D-3BB24D0401B4}" dt="2026-02-27T21:08:16.852" v="1269"/>
          <ac:spMkLst>
            <pc:docMk/>
            <pc:sldMk cId="2090754589" sldId="274"/>
            <ac:spMk id="6" creationId="{8B78223B-FFA9-9039-8F12-FC0EC9F07CC1}"/>
          </ac:spMkLst>
        </pc:spChg>
        <pc:spChg chg="del">
          <ac:chgData name="Renan Xavier Cortes" userId="d6af805853004405" providerId="LiveId" clId="{DD4EF9CF-6574-4471-A21D-3BB24D0401B4}" dt="2026-02-27T21:08:16.539" v="1268" actId="478"/>
          <ac:spMkLst>
            <pc:docMk/>
            <pc:sldMk cId="2090754589" sldId="274"/>
            <ac:spMk id="8" creationId="{39AE06C5-34BE-4D68-97C3-4C07702C2DF6}"/>
          </ac:spMkLst>
        </pc:spChg>
      </pc:sldChg>
      <pc:sldChg chg="addSp delSp modSp mod">
        <pc:chgData name="Renan Xavier Cortes" userId="d6af805853004405" providerId="LiveId" clId="{DD4EF9CF-6574-4471-A21D-3BB24D0401B4}" dt="2026-02-27T21:08:22.800" v="1271"/>
        <pc:sldMkLst>
          <pc:docMk/>
          <pc:sldMk cId="3791482239" sldId="275"/>
        </pc:sldMkLst>
        <pc:spChg chg="add mod">
          <ac:chgData name="Renan Xavier Cortes" userId="d6af805853004405" providerId="LiveId" clId="{DD4EF9CF-6574-4471-A21D-3BB24D0401B4}" dt="2026-02-27T21:08:22.800" v="1271"/>
          <ac:spMkLst>
            <pc:docMk/>
            <pc:sldMk cId="3791482239" sldId="275"/>
            <ac:spMk id="6" creationId="{677C5DF2-42E3-25E6-665A-6DFD1CB66947}"/>
          </ac:spMkLst>
        </pc:spChg>
        <pc:spChg chg="del">
          <ac:chgData name="Renan Xavier Cortes" userId="d6af805853004405" providerId="LiveId" clId="{DD4EF9CF-6574-4471-A21D-3BB24D0401B4}" dt="2026-02-27T21:08:22.536" v="1270" actId="478"/>
          <ac:spMkLst>
            <pc:docMk/>
            <pc:sldMk cId="3791482239" sldId="275"/>
            <ac:spMk id="8" creationId="{39AE06C5-34BE-4D68-97C3-4C07702C2DF6}"/>
          </ac:spMkLst>
        </pc:spChg>
      </pc:sldChg>
      <pc:sldChg chg="modSp del mod">
        <pc:chgData name="Renan Xavier Cortes" userId="d6af805853004405" providerId="LiveId" clId="{DD4EF9CF-6574-4471-A21D-3BB24D0401B4}" dt="2026-02-27T21:07:49.450" v="1267" actId="47"/>
        <pc:sldMkLst>
          <pc:docMk/>
          <pc:sldMk cId="3446963972" sldId="276"/>
        </pc:sldMkLst>
        <pc:spChg chg="mod">
          <ac:chgData name="Renan Xavier Cortes" userId="d6af805853004405" providerId="LiveId" clId="{DD4EF9CF-6574-4471-A21D-3BB24D0401B4}" dt="2026-02-18T18:23:27.953" v="281" actId="20577"/>
          <ac:spMkLst>
            <pc:docMk/>
            <pc:sldMk cId="3446963972" sldId="276"/>
            <ac:spMk id="4" creationId="{4B84190D-BF19-CEFE-E86D-F0B0EBBA7C0B}"/>
          </ac:spMkLst>
        </pc:spChg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805335353" sldId="278"/>
        </pc:sldMkLst>
      </pc:sldChg>
      <pc:sldChg chg="modSp mod">
        <pc:chgData name="Renan Xavier Cortes" userId="d6af805853004405" providerId="LiveId" clId="{DD4EF9CF-6574-4471-A21D-3BB24D0401B4}" dt="2026-03-03T17:07:11.099" v="1533" actId="108"/>
        <pc:sldMkLst>
          <pc:docMk/>
          <pc:sldMk cId="1515360493" sldId="288"/>
        </pc:sldMkLst>
        <pc:spChg chg="mod">
          <ac:chgData name="Renan Xavier Cortes" userId="d6af805853004405" providerId="LiveId" clId="{DD4EF9CF-6574-4471-A21D-3BB24D0401B4}" dt="2026-03-03T17:07:11.099" v="1533" actId="108"/>
          <ac:spMkLst>
            <pc:docMk/>
            <pc:sldMk cId="1515360493" sldId="288"/>
            <ac:spMk id="4" creationId="{4B84190D-BF19-CEFE-E86D-F0B0EBBA7C0B}"/>
          </ac:spMkLst>
        </pc:spChg>
      </pc:sldChg>
      <pc:sldChg chg="addSp delSp modSp add mod">
        <pc:chgData name="Renan Xavier Cortes" userId="d6af805853004405" providerId="LiveId" clId="{DD4EF9CF-6574-4471-A21D-3BB24D0401B4}" dt="2026-02-08T19:00:42.580" v="195" actId="20577"/>
        <pc:sldMkLst>
          <pc:docMk/>
          <pc:sldMk cId="3574790688" sldId="289"/>
        </pc:sldMkLst>
        <pc:spChg chg="mod">
          <ac:chgData name="Renan Xavier Cortes" userId="d6af805853004405" providerId="LiveId" clId="{DD4EF9CF-6574-4471-A21D-3BB24D0401B4}" dt="2026-02-08T19:00:42.580" v="195" actId="20577"/>
          <ac:spMkLst>
            <pc:docMk/>
            <pc:sldMk cId="3574790688" sldId="289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08T18:58:47.937" v="4" actId="478"/>
          <ac:spMkLst>
            <pc:docMk/>
            <pc:sldMk cId="3574790688" sldId="289"/>
            <ac:spMk id="10" creationId="{2B1F81A8-3F77-3D25-0D91-989260BBD806}"/>
          </ac:spMkLst>
        </pc:spChg>
        <pc:spChg chg="del">
          <ac:chgData name="Renan Xavier Cortes" userId="d6af805853004405" providerId="LiveId" clId="{DD4EF9CF-6574-4471-A21D-3BB24D0401B4}" dt="2026-02-08T18:58:47.409" v="3" actId="478"/>
          <ac:spMkLst>
            <pc:docMk/>
            <pc:sldMk cId="3574790688" sldId="289"/>
            <ac:spMk id="11" creationId="{ACBE2905-AC6C-0446-21C0-36CE2B864BA5}"/>
          </ac:spMkLst>
        </pc:spChg>
        <pc:picChg chg="add mod">
          <ac:chgData name="Renan Xavier Cortes" userId="d6af805853004405" providerId="LiveId" clId="{DD4EF9CF-6574-4471-A21D-3BB24D0401B4}" dt="2026-02-08T19:00:27.539" v="192" actId="1076"/>
          <ac:picMkLst>
            <pc:docMk/>
            <pc:sldMk cId="3574790688" sldId="289"/>
            <ac:picMk id="6" creationId="{E74464E9-1C55-80B1-C846-1C44D00D4C09}"/>
          </ac:picMkLst>
        </pc:picChg>
        <pc:picChg chg="del">
          <ac:chgData name="Renan Xavier Cortes" userId="d6af805853004405" providerId="LiveId" clId="{DD4EF9CF-6574-4471-A21D-3BB24D0401B4}" dt="2026-02-08T18:58:45.366" v="1" actId="478"/>
          <ac:picMkLst>
            <pc:docMk/>
            <pc:sldMk cId="3574790688" sldId="289"/>
            <ac:picMk id="9" creationId="{61539A83-FA7C-7AD1-70FB-ECE4DD84D297}"/>
          </ac:picMkLst>
        </pc:picChg>
        <pc:picChg chg="del">
          <ac:chgData name="Renan Xavier Cortes" userId="d6af805853004405" providerId="LiveId" clId="{DD4EF9CF-6574-4471-A21D-3BB24D0401B4}" dt="2026-02-08T18:58:45.906" v="2" actId="478"/>
          <ac:picMkLst>
            <pc:docMk/>
            <pc:sldMk cId="3574790688" sldId="289"/>
            <ac:picMk id="13" creationId="{40652A95-1D6F-2C91-CA10-BBD91EE6FCD5}"/>
          </ac:picMkLst>
        </pc:picChg>
      </pc:sldChg>
      <pc:sldChg chg="addSp delSp modSp add mod">
        <pc:chgData name="Renan Xavier Cortes" userId="d6af805853004405" providerId="LiveId" clId="{DD4EF9CF-6574-4471-A21D-3BB24D0401B4}" dt="2026-02-08T19:01:06.757" v="199" actId="1076"/>
        <pc:sldMkLst>
          <pc:docMk/>
          <pc:sldMk cId="2410958212" sldId="290"/>
        </pc:sldMkLst>
        <pc:picChg chg="del">
          <ac:chgData name="Renan Xavier Cortes" userId="d6af805853004405" providerId="LiveId" clId="{DD4EF9CF-6574-4471-A21D-3BB24D0401B4}" dt="2026-02-08T19:01:02.121" v="197" actId="478"/>
          <ac:picMkLst>
            <pc:docMk/>
            <pc:sldMk cId="2410958212" sldId="290"/>
            <ac:picMk id="6" creationId="{E74464E9-1C55-80B1-C846-1C44D00D4C09}"/>
          </ac:picMkLst>
        </pc:picChg>
        <pc:picChg chg="add mod">
          <ac:chgData name="Renan Xavier Cortes" userId="d6af805853004405" providerId="LiveId" clId="{DD4EF9CF-6574-4471-A21D-3BB24D0401B4}" dt="2026-02-08T19:01:06.757" v="199" actId="1076"/>
          <ac:picMkLst>
            <pc:docMk/>
            <pc:sldMk cId="2410958212" sldId="290"/>
            <ac:picMk id="9" creationId="{1E2BA45E-C22A-5EBC-EE35-C1BE4A9D8F6C}"/>
          </ac:picMkLst>
        </pc:picChg>
      </pc:sldChg>
      <pc:sldChg chg="modSp add mod">
        <pc:chgData name="Renan Xavier Cortes" userId="d6af805853004405" providerId="LiveId" clId="{DD4EF9CF-6574-4471-A21D-3BB24D0401B4}" dt="2026-02-27T19:58:42.902" v="297" actId="1076"/>
        <pc:sldMkLst>
          <pc:docMk/>
          <pc:sldMk cId="1909320916" sldId="291"/>
        </pc:sldMkLst>
        <pc:spChg chg="mod">
          <ac:chgData name="Renan Xavier Cortes" userId="d6af805853004405" providerId="LiveId" clId="{DD4EF9CF-6574-4471-A21D-3BB24D0401B4}" dt="2026-02-27T19:58:42.902" v="297" actId="1076"/>
          <ac:spMkLst>
            <pc:docMk/>
            <pc:sldMk cId="1909320916" sldId="291"/>
            <ac:spMk id="14" creationId="{427DBFEB-81BF-4CC3-A411-FBF43D295C56}"/>
          </ac:spMkLst>
        </pc:spChg>
      </pc:sldChg>
      <pc:sldChg chg="addSp delSp modSp add mod ord delAnim modAnim">
        <pc:chgData name="Renan Xavier Cortes" userId="d6af805853004405" providerId="LiveId" clId="{DD4EF9CF-6574-4471-A21D-3BB24D0401B4}" dt="2026-02-27T20:25:04.830" v="747"/>
        <pc:sldMkLst>
          <pc:docMk/>
          <pc:sldMk cId="671435520" sldId="292"/>
        </pc:sldMkLst>
        <pc:spChg chg="del">
          <ac:chgData name="Renan Xavier Cortes" userId="d6af805853004405" providerId="LiveId" clId="{DD4EF9CF-6574-4471-A21D-3BB24D0401B4}" dt="2026-02-27T20:23:16.093" v="717" actId="478"/>
          <ac:spMkLst>
            <pc:docMk/>
            <pc:sldMk cId="671435520" sldId="292"/>
            <ac:spMk id="4" creationId="{215F603E-0960-D36D-0ABA-78F8C93CFA77}"/>
          </ac:spMkLst>
        </pc:spChg>
        <pc:spChg chg="del">
          <ac:chgData name="Renan Xavier Cortes" userId="d6af805853004405" providerId="LiveId" clId="{DD4EF9CF-6574-4471-A21D-3BB24D0401B4}" dt="2026-02-27T20:23:14.774" v="716" actId="478"/>
          <ac:spMkLst>
            <pc:docMk/>
            <pc:sldMk cId="671435520" sldId="292"/>
            <ac:spMk id="5" creationId="{69970046-49A2-6146-7770-02569E439BFD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6" creationId="{3FE48A2F-1BFF-6BE1-2C29-9D41451E5DE1}"/>
          </ac:spMkLst>
        </pc:spChg>
        <pc:spChg chg="add del mod">
          <ac:chgData name="Renan Xavier Cortes" userId="d6af805853004405" providerId="LiveId" clId="{DD4EF9CF-6574-4471-A21D-3BB24D0401B4}" dt="2026-02-27T20:24:26.978" v="738" actId="478"/>
          <ac:spMkLst>
            <pc:docMk/>
            <pc:sldMk cId="671435520" sldId="292"/>
            <ac:spMk id="9" creationId="{AC40DC3C-517A-3556-913F-805D2309FCBF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10" creationId="{3252915E-5AFD-EFAC-13D6-617591F7B2CD}"/>
          </ac:spMkLst>
        </pc:spChg>
      </pc:sldChg>
      <pc:sldChg chg="add">
        <pc:chgData name="Renan Xavier Cortes" userId="d6af805853004405" providerId="LiveId" clId="{DD4EF9CF-6574-4471-A21D-3BB24D0401B4}" dt="2026-02-27T20:30:44.809" v="757"/>
        <pc:sldMkLst>
          <pc:docMk/>
          <pc:sldMk cId="3390593341" sldId="293"/>
        </pc:sldMkLst>
      </pc:sldChg>
      <pc:sldChg chg="addSp delSp modSp add mod">
        <pc:chgData name="Renan Xavier Cortes" userId="d6af805853004405" providerId="LiveId" clId="{DD4EF9CF-6574-4471-A21D-3BB24D0401B4}" dt="2026-02-27T20:59:52.863" v="1189"/>
        <pc:sldMkLst>
          <pc:docMk/>
          <pc:sldMk cId="3081690068" sldId="294"/>
        </pc:sldMkLst>
        <pc:spChg chg="del">
          <ac:chgData name="Renan Xavier Cortes" userId="d6af805853004405" providerId="LiveId" clId="{DD4EF9CF-6574-4471-A21D-3BB24D0401B4}" dt="2026-02-27T20:54:13.156" v="1061" actId="478"/>
          <ac:spMkLst>
            <pc:docMk/>
            <pc:sldMk cId="3081690068" sldId="294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27T20:58:35.418" v="1148" actId="478"/>
          <ac:spMkLst>
            <pc:docMk/>
            <pc:sldMk cId="3081690068" sldId="294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58:35.672" v="1149"/>
          <ac:spMkLst>
            <pc:docMk/>
            <pc:sldMk cId="3081690068" sldId="294"/>
            <ac:spMk id="9" creationId="{3EC54B89-8FFD-E403-5EB1-9FEA5853083E}"/>
          </ac:spMkLst>
        </pc:spChg>
        <pc:spChg chg="add mod">
          <ac:chgData name="Renan Xavier Cortes" userId="d6af805853004405" providerId="LiveId" clId="{DD4EF9CF-6574-4471-A21D-3BB24D0401B4}" dt="2026-02-27T20:59:52.863" v="1189"/>
          <ac:spMkLst>
            <pc:docMk/>
            <pc:sldMk cId="3081690068" sldId="294"/>
            <ac:spMk id="10" creationId="{DEDE01B5-C0B2-52A8-F264-C97C34C55A4C}"/>
          </ac:spMkLst>
        </pc:spChg>
        <pc:picChg chg="add mod">
          <ac:chgData name="Renan Xavier Cortes" userId="d6af805853004405" providerId="LiveId" clId="{DD4EF9CF-6574-4471-A21D-3BB24D0401B4}" dt="2026-02-27T20:58:29.468" v="1147" actId="1076"/>
          <ac:picMkLst>
            <pc:docMk/>
            <pc:sldMk cId="3081690068" sldId="294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0:59:50.280" v="1188" actId="1076"/>
        <pc:sldMkLst>
          <pc:docMk/>
          <pc:sldMk cId="1384777534" sldId="295"/>
        </pc:sldMkLst>
        <pc:spChg chg="del">
          <ac:chgData name="Renan Xavier Cortes" userId="d6af805853004405" providerId="LiveId" clId="{DD4EF9CF-6574-4471-A21D-3BB24D0401B4}" dt="2026-02-27T20:56:29.670" v="1141" actId="478"/>
          <ac:spMkLst>
            <pc:docMk/>
            <pc:sldMk cId="1384777534" sldId="295"/>
            <ac:spMk id="4" creationId="{4B84190D-BF19-CEFE-E86D-F0B0EBBA7C0B}"/>
          </ac:spMkLst>
        </pc:spChg>
        <pc:spChg chg="add mod">
          <ac:chgData name="Renan Xavier Cortes" userId="d6af805853004405" providerId="LiveId" clId="{DD4EF9CF-6574-4471-A21D-3BB24D0401B4}" dt="2026-02-27T20:59:50.280" v="1188" actId="1076"/>
          <ac:spMkLst>
            <pc:docMk/>
            <pc:sldMk cId="1384777534" sldId="295"/>
            <ac:spMk id="9" creationId="{A548FE44-91E6-40C8-A97C-AC3B25EAA738}"/>
          </ac:spMkLst>
        </pc:spChg>
        <pc:picChg chg="add mod">
          <ac:chgData name="Renan Xavier Cortes" userId="d6af805853004405" providerId="LiveId" clId="{DD4EF9CF-6574-4471-A21D-3BB24D0401B4}" dt="2026-02-27T20:56:35.557" v="1144" actId="1076"/>
          <ac:picMkLst>
            <pc:docMk/>
            <pc:sldMk cId="1384777534" sldId="295"/>
            <ac:picMk id="6" creationId="{F5F8F866-1134-D839-3EE2-37CC8A68ED10}"/>
          </ac:picMkLst>
        </pc:picChg>
      </pc:sldChg>
      <pc:sldChg chg="addSp delSp modSp add mod addAnim delAnim modAnim">
        <pc:chgData name="Renan Xavier Cortes" userId="d6af805853004405" providerId="LiveId" clId="{DD4EF9CF-6574-4471-A21D-3BB24D0401B4}" dt="2026-02-27T21:04:27.100" v="1262" actId="478"/>
        <pc:sldMkLst>
          <pc:docMk/>
          <pc:sldMk cId="3093077948" sldId="296"/>
        </pc:sldMkLst>
        <pc:spChg chg="add del mod">
          <ac:chgData name="Renan Xavier Cortes" userId="d6af805853004405" providerId="LiveId" clId="{DD4EF9CF-6574-4471-A21D-3BB24D0401B4}" dt="2026-02-27T21:04:27.100" v="1262" actId="478"/>
          <ac:spMkLst>
            <pc:docMk/>
            <pc:sldMk cId="3093077948" sldId="296"/>
            <ac:spMk id="8" creationId="{EAD076A6-8FA0-0EAF-3CCC-FB6DE1E6F2B9}"/>
          </ac:spMkLst>
        </pc:spChg>
        <pc:picChg chg="add mod">
          <ac:chgData name="Renan Xavier Cortes" userId="d6af805853004405" providerId="LiveId" clId="{DD4EF9CF-6574-4471-A21D-3BB24D0401B4}" dt="2026-02-27T21:01:17.032" v="1196" actId="1076"/>
          <ac:picMkLst>
            <pc:docMk/>
            <pc:sldMk cId="3093077948" sldId="296"/>
            <ac:picMk id="5" creationId="{6DB44830-E4B2-A851-0604-DA2D6D7F2880}"/>
          </ac:picMkLst>
        </pc:picChg>
        <pc:picChg chg="del">
          <ac:chgData name="Renan Xavier Cortes" userId="d6af805853004405" providerId="LiveId" clId="{DD4EF9CF-6574-4471-A21D-3BB24D0401B4}" dt="2026-02-27T21:01:12.945" v="1193" actId="478"/>
          <ac:picMkLst>
            <pc:docMk/>
            <pc:sldMk cId="3093077948" sldId="296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1:45.079" v="1201" actId="1076"/>
        <pc:sldMkLst>
          <pc:docMk/>
          <pc:sldMk cId="2030436792" sldId="297"/>
        </pc:sldMkLst>
        <pc:picChg chg="add mod">
          <ac:chgData name="Renan Xavier Cortes" userId="d6af805853004405" providerId="LiveId" clId="{DD4EF9CF-6574-4471-A21D-3BB24D0401B4}" dt="2026-02-27T21:01:45.079" v="1201" actId="1076"/>
          <ac:picMkLst>
            <pc:docMk/>
            <pc:sldMk cId="2030436792" sldId="297"/>
            <ac:picMk id="5" creationId="{A1BD44B9-327D-3DEC-101B-00C70FAC01AD}"/>
          </ac:picMkLst>
        </pc:picChg>
        <pc:picChg chg="del">
          <ac:chgData name="Renan Xavier Cortes" userId="d6af805853004405" providerId="LiveId" clId="{DD4EF9CF-6574-4471-A21D-3BB24D0401B4}" dt="2026-02-27T21:01:36.832" v="1197" actId="478"/>
          <ac:picMkLst>
            <pc:docMk/>
            <pc:sldMk cId="2030436792" sldId="297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2:16.527" v="1207" actId="1076"/>
        <pc:sldMkLst>
          <pc:docMk/>
          <pc:sldMk cId="3736920788" sldId="298"/>
        </pc:sldMkLst>
        <pc:picChg chg="add mod">
          <ac:chgData name="Renan Xavier Cortes" userId="d6af805853004405" providerId="LiveId" clId="{DD4EF9CF-6574-4471-A21D-3BB24D0401B4}" dt="2026-02-27T21:02:16.527" v="1207" actId="1076"/>
          <ac:picMkLst>
            <pc:docMk/>
            <pc:sldMk cId="3736920788" sldId="298"/>
            <ac:picMk id="5" creationId="{7A5411E7-3361-727B-982E-5D5631A3B2EE}"/>
          </ac:picMkLst>
        </pc:picChg>
        <pc:picChg chg="del">
          <ac:chgData name="Renan Xavier Cortes" userId="d6af805853004405" providerId="LiveId" clId="{DD4EF9CF-6574-4471-A21D-3BB24D0401B4}" dt="2026-02-27T21:02:05.512" v="1202" actId="478"/>
          <ac:picMkLst>
            <pc:docMk/>
            <pc:sldMk cId="3736920788" sldId="298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3:05.155" v="1212" actId="1076"/>
        <pc:sldMkLst>
          <pc:docMk/>
          <pc:sldMk cId="892879354" sldId="299"/>
        </pc:sldMkLst>
        <pc:picChg chg="del">
          <ac:chgData name="Renan Xavier Cortes" userId="d6af805853004405" providerId="LiveId" clId="{DD4EF9CF-6574-4471-A21D-3BB24D0401B4}" dt="2026-02-27T21:03:01.104" v="1209" actId="478"/>
          <ac:picMkLst>
            <pc:docMk/>
            <pc:sldMk cId="892879354" sldId="299"/>
            <ac:picMk id="5" creationId="{7A5411E7-3361-727B-982E-5D5631A3B2EE}"/>
          </ac:picMkLst>
        </pc:picChg>
        <pc:picChg chg="add mod">
          <ac:chgData name="Renan Xavier Cortes" userId="d6af805853004405" providerId="LiveId" clId="{DD4EF9CF-6574-4471-A21D-3BB24D0401B4}" dt="2026-02-27T21:03:05.155" v="1212" actId="1076"/>
          <ac:picMkLst>
            <pc:docMk/>
            <pc:sldMk cId="892879354" sldId="299"/>
            <ac:picMk id="6" creationId="{5C503D66-04C7-892E-3185-B585981F9C10}"/>
          </ac:picMkLst>
        </pc:picChg>
      </pc:sldChg>
      <pc:sldChg chg="modSp add mod">
        <pc:chgData name="Renan Xavier Cortes" userId="d6af805853004405" providerId="LiveId" clId="{DD4EF9CF-6574-4471-A21D-3BB24D0401B4}" dt="2026-02-27T21:04:44.855" v="1266" actId="20577"/>
        <pc:sldMkLst>
          <pc:docMk/>
          <pc:sldMk cId="1335700298" sldId="300"/>
        </pc:sldMkLst>
        <pc:spChg chg="mod">
          <ac:chgData name="Renan Xavier Cortes" userId="d6af805853004405" providerId="LiveId" clId="{DD4EF9CF-6574-4471-A21D-3BB24D0401B4}" dt="2026-02-27T21:04:44.855" v="1266" actId="20577"/>
          <ac:spMkLst>
            <pc:docMk/>
            <pc:sldMk cId="1335700298" sldId="300"/>
            <ac:spMk id="8" creationId="{EAD076A6-8FA0-0EAF-3CCC-FB6DE1E6F2B9}"/>
          </ac:spMkLst>
        </pc:spChg>
        <pc:picChg chg="mod">
          <ac:chgData name="Renan Xavier Cortes" userId="d6af805853004405" providerId="LiveId" clId="{DD4EF9CF-6574-4471-A21D-3BB24D0401B4}" dt="2026-02-27T21:04:31.356" v="1264" actId="1076"/>
          <ac:picMkLst>
            <pc:docMk/>
            <pc:sldMk cId="1335700298" sldId="300"/>
            <ac:picMk id="5" creationId="{6DB44830-E4B2-A851-0604-DA2D6D7F2880}"/>
          </ac:picMkLst>
        </pc:picChg>
      </pc:sldChg>
      <pc:sldChg chg="addSp delSp modSp add mod">
        <pc:chgData name="Renan Xavier Cortes" userId="d6af805853004405" providerId="LiveId" clId="{DD4EF9CF-6574-4471-A21D-3BB24D0401B4}" dt="2026-02-28T16:45:29.022" v="1467"/>
        <pc:sldMkLst>
          <pc:docMk/>
          <pc:sldMk cId="2865553131" sldId="301"/>
        </pc:sldMkLst>
        <pc:spChg chg="add mod">
          <ac:chgData name="Renan Xavier Cortes" userId="d6af805853004405" providerId="LiveId" clId="{DD4EF9CF-6574-4471-A21D-3BB24D0401B4}" dt="2026-02-28T16:45:29.022" v="1467"/>
          <ac:spMkLst>
            <pc:docMk/>
            <pc:sldMk cId="2865553131" sldId="301"/>
            <ac:spMk id="6" creationId="{57C29B4A-0378-196D-7F95-739144F7775B}"/>
          </ac:spMkLst>
        </pc:spChg>
        <pc:spChg chg="del">
          <ac:chgData name="Renan Xavier Cortes" userId="d6af805853004405" providerId="LiveId" clId="{DD4EF9CF-6574-4471-A21D-3BB24D0401B4}" dt="2026-02-28T16:33:51.758" v="1410" actId="478"/>
          <ac:spMkLst>
            <pc:docMk/>
            <pc:sldMk cId="2865553131" sldId="301"/>
            <ac:spMk id="14" creationId="{427DBFEB-81BF-4CC3-A411-FBF43D295C56}"/>
          </ac:spMkLst>
        </pc:spChg>
        <pc:picChg chg="add mod">
          <ac:chgData name="Renan Xavier Cortes" userId="d6af805853004405" providerId="LiveId" clId="{DD4EF9CF-6574-4471-A21D-3BB24D0401B4}" dt="2026-02-28T16:45:10.437" v="1466" actId="1076"/>
          <ac:picMkLst>
            <pc:docMk/>
            <pc:sldMk cId="2865553131" sldId="301"/>
            <ac:picMk id="5" creationId="{D03034DB-9F4B-06AF-AF42-65DF6BD9CFE0}"/>
          </ac:picMkLst>
        </pc:picChg>
      </pc:sldChg>
      <pc:sldChg chg="modSp add del mod">
        <pc:chgData name="Renan Xavier Cortes" userId="d6af805853004405" providerId="LiveId" clId="{DD4EF9CF-6574-4471-A21D-3BB24D0401B4}" dt="2026-02-28T16:38:35.283" v="1458" actId="20577"/>
        <pc:sldMkLst>
          <pc:docMk/>
          <pc:sldMk cId="2623009487" sldId="302"/>
        </pc:sldMkLst>
        <pc:spChg chg="mod">
          <ac:chgData name="Renan Xavier Cortes" userId="d6af805853004405" providerId="LiveId" clId="{DD4EF9CF-6574-4471-A21D-3BB24D0401B4}" dt="2026-02-28T16:38:35.283" v="1458" actId="20577"/>
          <ac:spMkLst>
            <pc:docMk/>
            <pc:sldMk cId="2623009487" sldId="302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2.021" v="1460"/>
        <pc:sldMkLst>
          <pc:docMk/>
          <pc:sldMk cId="1711838188" sldId="303"/>
        </pc:sldMkLst>
        <pc:spChg chg="add mod">
          <ac:chgData name="Renan Xavier Cortes" userId="d6af805853004405" providerId="LiveId" clId="{DD4EF9CF-6574-4471-A21D-3BB24D0401B4}" dt="2026-02-28T16:38:42.021" v="1460"/>
          <ac:spMkLst>
            <pc:docMk/>
            <pc:sldMk cId="1711838188" sldId="303"/>
            <ac:spMk id="5" creationId="{6D269458-BE02-8371-77C1-D3BAD01BB5DA}"/>
          </ac:spMkLst>
        </pc:spChg>
        <pc:spChg chg="del">
          <ac:chgData name="Renan Xavier Cortes" userId="d6af805853004405" providerId="LiveId" clId="{DD4EF9CF-6574-4471-A21D-3BB24D0401B4}" dt="2026-02-28T16:38:41.595" v="1459" actId="478"/>
          <ac:spMkLst>
            <pc:docMk/>
            <pc:sldMk cId="1711838188" sldId="303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6.839" v="1462"/>
        <pc:sldMkLst>
          <pc:docMk/>
          <pc:sldMk cId="1407976470" sldId="304"/>
        </pc:sldMkLst>
        <pc:spChg chg="add mod">
          <ac:chgData name="Renan Xavier Cortes" userId="d6af805853004405" providerId="LiveId" clId="{DD4EF9CF-6574-4471-A21D-3BB24D0401B4}" dt="2026-02-28T16:38:46.839" v="1462"/>
          <ac:spMkLst>
            <pc:docMk/>
            <pc:sldMk cId="1407976470" sldId="304"/>
            <ac:spMk id="4" creationId="{1660B55B-DE16-0845-8775-772264665BFC}"/>
          </ac:spMkLst>
        </pc:spChg>
        <pc:spChg chg="del">
          <ac:chgData name="Renan Xavier Cortes" userId="d6af805853004405" providerId="LiveId" clId="{DD4EF9CF-6574-4471-A21D-3BB24D0401B4}" dt="2026-02-28T16:38:46.491" v="1461" actId="478"/>
          <ac:spMkLst>
            <pc:docMk/>
            <pc:sldMk cId="1407976470" sldId="304"/>
            <ac:spMk id="8" creationId="{39AE06C5-34BE-4D68-97C3-4C07702C2D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820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236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795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085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606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518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07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932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C88D93-34D3-419D-AEF5-A26FFAFED38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45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090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667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926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888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432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441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511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258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1909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581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333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5100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611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487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12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9886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741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314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0916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239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5395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348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6632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2780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390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2698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4198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0967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06/03/2026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ufrgs.br/pluginfile.php/8383819/mod_resource/content/1/Video%20do%20palmo.mp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ufrgs.br/probabilidade-estatistica/slides/slides_1/1-3_Representacoes%20graficas.pdf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 – 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826455" y="4429919"/>
            <a:ext cx="8539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Introdução à Estatística e Análise Exploratória de Dados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49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Cronograma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276323"/>
            <a:ext cx="10310191" cy="5225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Noções gerais sobre Estatística.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Alfabetização científica.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População e amostra.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Classificação de variáveis (tipologia): 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nominal, ordinal; 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discreta e contínua.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Nível de mensuração: nominal, ordinal, intervalar e de razão.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Coleta e representação de dados (Organização): tabela e tipos de gráficos (linha, série temporal, coluna, barra e gráfico de setor/pizza).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Distribuição de frequências: histograma e Box-</a:t>
            </a:r>
            <a:r>
              <a:rPr lang="pt-BR" sz="2000" b="1" dirty="0" err="1"/>
              <a:t>Plot</a:t>
            </a:r>
            <a:r>
              <a:rPr lang="pt-BR" sz="2000" b="1" dirty="0"/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Gerais sobre estatística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215F603E-0960-D36D-0ABA-78F8C93CFA77}"/>
              </a:ext>
            </a:extLst>
          </p:cNvPr>
          <p:cNvSpPr txBox="1">
            <a:spLocks noChangeArrowheads="1"/>
          </p:cNvSpPr>
          <p:nvPr/>
        </p:nvSpPr>
        <p:spPr>
          <a:xfrm>
            <a:off x="1981199" y="3521242"/>
            <a:ext cx="8229600" cy="2116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pt-BR" sz="3600" b="1" u="sng" dirty="0">
                <a:latin typeface="+mj-lt"/>
              </a:rPr>
              <a:t>Estatística</a:t>
            </a:r>
            <a:r>
              <a:rPr lang="pt-BR" sz="3600" b="1" dirty="0">
                <a:latin typeface="+mj-lt"/>
              </a:rPr>
              <a:t>: É a ciência que tem por objetivo orientar a coleta, o resumo, a apresentação, a análise e a interpretação dos dados.</a:t>
            </a:r>
          </a:p>
          <a:p>
            <a:pPr>
              <a:buFontTx/>
              <a:buNone/>
            </a:pPr>
            <a:endParaRPr lang="pt-BR" sz="3600" b="1" dirty="0">
              <a:latin typeface="+mj-lt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9970046-49A2-6146-7770-02569E439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715" y="2089726"/>
            <a:ext cx="549656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pt-BR" sz="5400" b="1" dirty="0">
                <a:latin typeface="+mj-lt"/>
              </a:rPr>
              <a:t>O que é Estatística?</a:t>
            </a:r>
          </a:p>
        </p:txBody>
      </p:sp>
    </p:spTree>
    <p:extLst>
      <p:ext uri="{BB962C8B-B14F-4D97-AF65-F5344CB8AC3E}">
        <p14:creationId xmlns:p14="http://schemas.microsoft.com/office/powerpoint/2010/main" val="292182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Gerais sobre estatística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2333726"/>
            <a:ext cx="10310191" cy="264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Estatística: ciência que coleta, organiza, analisa e interpreta dados.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Apoia a tomada de decisões em situações de incerteza.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Muito utilizada em experimentos agrícolas e zootécnicos.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Exemplo: produtividade de culturas, ganho de peso animal.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32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Noções Gerais sobre estatística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E48A2F-1BFF-6BE1-2C29-9D41451E5DE1}"/>
              </a:ext>
            </a:extLst>
          </p:cNvPr>
          <p:cNvSpPr txBox="1">
            <a:spLocks noChangeArrowheads="1"/>
          </p:cNvSpPr>
          <p:nvPr/>
        </p:nvSpPr>
        <p:spPr>
          <a:xfrm>
            <a:off x="803536" y="1354622"/>
            <a:ext cx="8229600" cy="72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pt-BR" sz="3200" b="1" dirty="0">
                <a:latin typeface="+mj-lt"/>
              </a:rPr>
              <a:t>A Estatística divide-se em: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52915E-5AFD-EFAC-13D6-617591F7B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36" y="2154179"/>
            <a:ext cx="9826026" cy="4191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71500" indent="-571500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pt-BR" sz="3600" b="1" u="sng" dirty="0">
                <a:latin typeface="+mj-lt"/>
              </a:rPr>
              <a:t>Estatística descritiva</a:t>
            </a:r>
            <a:r>
              <a:rPr lang="pt-BR" sz="3600" b="1" dirty="0">
                <a:latin typeface="+mj-lt"/>
              </a:rPr>
              <a:t>: envolvida com o resumo e a apresentação dos dados; e</a:t>
            </a:r>
          </a:p>
          <a:p>
            <a:pPr marL="571500" indent="-571500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pt-BR" sz="3600" b="1" dirty="0">
              <a:latin typeface="+mj-lt"/>
            </a:endParaRPr>
          </a:p>
          <a:p>
            <a:pPr marL="571500" indent="-571500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pt-BR" sz="3600" b="1" u="sng" dirty="0">
                <a:latin typeface="+mj-lt"/>
              </a:rPr>
              <a:t>Estatística inferencial: </a:t>
            </a:r>
            <a:r>
              <a:rPr lang="pt-BR" sz="3600" b="1" dirty="0">
                <a:latin typeface="+mj-lt"/>
              </a:rPr>
              <a:t>ajuda a concluir sobre o conjunto maior de dados (população) quando apenas uma parte deste conjunto for estudada (amostra).</a:t>
            </a:r>
          </a:p>
        </p:txBody>
      </p:sp>
    </p:spTree>
    <p:extLst>
      <p:ext uri="{BB962C8B-B14F-4D97-AF65-F5344CB8AC3E}">
        <p14:creationId xmlns:p14="http://schemas.microsoft.com/office/powerpoint/2010/main" val="671435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Alfabetização Científica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276529" y="1476578"/>
            <a:ext cx="11638941" cy="686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Capacidade de interpretar dados e resultados científicos.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Compreender gráficos, tabelas e conclusões estatísticas.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Fundamental para leitura de artigos científicos em Agronomia e Zootecnia.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Evita interpretações equivocadas de resultados experimentais.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Exemplo de interpretação equivocada: Vídeo no Moodle de interpretação da Covid </a:t>
            </a:r>
            <a:r>
              <a:rPr lang="pt-BR" sz="1200" b="1" dirty="0"/>
              <a:t>(</a:t>
            </a:r>
            <a:r>
              <a:rPr lang="pt-BR" sz="1200" b="1" dirty="0">
                <a:hlinkClick r:id="rId3"/>
              </a:rPr>
              <a:t>https://moodle.ufrgs.br/pluginfile.php/8383819/mod_resource/content/1/Video%20do%20palmo.mp4</a:t>
            </a:r>
            <a:r>
              <a:rPr lang="pt-BR" sz="1200" b="1" dirty="0"/>
              <a:t>) (Depois o pessoal Soc. Bras. de Educ. Matemática entraram em contato com a sucursal da Globo da BH se ofereceu para um workshop para os jornalistas em letramento estatístico)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sz="2800" b="1" dirty="0"/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89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Alfabetização Científica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03034DB-9F4B-06AF-AF42-65DF6BD9C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9046" y="1081266"/>
            <a:ext cx="7953907" cy="55433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7C29B4A-0378-196D-7F95-739144F7775B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</p:spTree>
    <p:extLst>
      <p:ext uri="{BB962C8B-B14F-4D97-AF65-F5344CB8AC3E}">
        <p14:creationId xmlns:p14="http://schemas.microsoft.com/office/powerpoint/2010/main" val="2865553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População e Amostra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48606"/>
            <a:ext cx="9012565" cy="380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População: conjunto total de indivíduos ou observações de interesse que apresentam, pelo menos, uma característica em comum.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Amostra: subconjunto representativo (ou não) da população.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Intuição: “Um chef de cozinha prova seu prato com uma colherada antes de servir toda a panela”.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 de população: todo o rebanho bovino de uma fazenda.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 de amostra: 30 animais selecionados para avaliação.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pulação/Amostra - Um olhar Matemático">
            <a:extLst>
              <a:ext uri="{FF2B5EF4-FFF2-40B4-BE49-F238E27FC236}">
                <a16:creationId xmlns:a16="http://schemas.microsoft.com/office/drawing/2014/main" id="{3AF06A5C-D23B-2668-9192-9EBD39416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187" y="4485045"/>
            <a:ext cx="5375626" cy="237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75BA797-89E6-A590-E6E0-1930AE23B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469" y="2767366"/>
            <a:ext cx="1876821" cy="208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13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Variáveis: exemplo motivacional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A0ED-9305-1017-68D8-44E91597B364}"/>
              </a:ext>
            </a:extLst>
          </p:cNvPr>
          <p:cNvSpPr txBox="1"/>
          <p:nvPr/>
        </p:nvSpPr>
        <p:spPr>
          <a:xfrm>
            <a:off x="940902" y="987968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População e a variável a ser observada</a:t>
            </a:r>
          </a:p>
        </p:txBody>
      </p:sp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População: rebanho total de vacas de uma fazenda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02B75B-C712-9168-0B3F-B0B72A8D71DF}"/>
              </a:ext>
            </a:extLst>
          </p:cNvPr>
          <p:cNvSpPr txBox="1"/>
          <p:nvPr/>
        </p:nvSpPr>
        <p:spPr>
          <a:xfrm>
            <a:off x="1247792" y="5741685"/>
            <a:ext cx="74315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Característica X observável:      X</a:t>
            </a:r>
            <a:r>
              <a:rPr lang="pt-BR" sz="2800" b="1" baseline="-25000" dirty="0"/>
              <a:t>1</a:t>
            </a:r>
            <a:r>
              <a:rPr lang="pt-BR" sz="2800" b="1" dirty="0"/>
              <a:t>       X</a:t>
            </a:r>
            <a:r>
              <a:rPr lang="pt-BR" sz="2800" b="1" baseline="-25000" dirty="0"/>
              <a:t>2</a:t>
            </a:r>
            <a:r>
              <a:rPr lang="pt-BR" sz="2800" b="1" dirty="0"/>
              <a:t>       X</a:t>
            </a:r>
            <a:r>
              <a:rPr lang="pt-BR" sz="2800" b="1" baseline="-25000" dirty="0"/>
              <a:t>3</a:t>
            </a:r>
            <a:r>
              <a:rPr lang="pt-BR" sz="2800" b="1" dirty="0"/>
              <a:t>	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AC580B-A33D-0590-91CC-6BE461B59623}"/>
              </a:ext>
            </a:extLst>
          </p:cNvPr>
          <p:cNvCxnSpPr/>
          <p:nvPr/>
        </p:nvCxnSpPr>
        <p:spPr>
          <a:xfrm flipH="1">
            <a:off x="6095997" y="5215839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0CFA2FE-4ED7-7FA1-056D-FF3DEB71BBF6}"/>
              </a:ext>
            </a:extLst>
          </p:cNvPr>
          <p:cNvCxnSpPr/>
          <p:nvPr/>
        </p:nvCxnSpPr>
        <p:spPr>
          <a:xfrm flipH="1">
            <a:off x="7114927" y="5210703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F531258-14BE-70BF-F004-A7351029E87F}"/>
              </a:ext>
            </a:extLst>
          </p:cNvPr>
          <p:cNvCxnSpPr/>
          <p:nvPr/>
        </p:nvCxnSpPr>
        <p:spPr>
          <a:xfrm flipH="1">
            <a:off x="7974897" y="5260830"/>
            <a:ext cx="240635" cy="52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0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A0ED-9305-1017-68D8-44E91597B364}"/>
              </a:ext>
            </a:extLst>
          </p:cNvPr>
          <p:cNvSpPr txBox="1"/>
          <p:nvPr/>
        </p:nvSpPr>
        <p:spPr>
          <a:xfrm>
            <a:off x="940902" y="987968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Exemplo: estimar a proporção de vacas com a doença da vaca louca</a:t>
            </a:r>
          </a:p>
        </p:txBody>
      </p:sp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População: rebanho total de vacas de uma fazenda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02B75B-C712-9168-0B3F-B0B72A8D71DF}"/>
              </a:ext>
            </a:extLst>
          </p:cNvPr>
          <p:cNvSpPr txBox="1"/>
          <p:nvPr/>
        </p:nvSpPr>
        <p:spPr>
          <a:xfrm>
            <a:off x="1247792" y="5741685"/>
            <a:ext cx="909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Característica X observável: Tem a vaca louca? Sim ou Não?   	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CED38-DA8E-3238-C570-16C4E7E9C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19" y="3281965"/>
            <a:ext cx="1695687" cy="1190791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5DA3566-3C85-1344-FE63-69E7607777A9}"/>
              </a:ext>
            </a:extLst>
          </p:cNvPr>
          <p:cNvSpPr/>
          <p:nvPr/>
        </p:nvSpPr>
        <p:spPr>
          <a:xfrm>
            <a:off x="9721516" y="3930316"/>
            <a:ext cx="1684421" cy="1013263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Curva para a Direita 11">
            <a:extLst>
              <a:ext uri="{FF2B5EF4-FFF2-40B4-BE49-F238E27FC236}">
                <a16:creationId xmlns:a16="http://schemas.microsoft.com/office/drawing/2014/main" id="{1A844692-7572-0EFE-D6C7-BC10B1A78102}"/>
              </a:ext>
            </a:extLst>
          </p:cNvPr>
          <p:cNvSpPr/>
          <p:nvPr/>
        </p:nvSpPr>
        <p:spPr>
          <a:xfrm rot="5400000">
            <a:off x="3764420" y="951390"/>
            <a:ext cx="1026695" cy="2497416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8D134B-189F-32F4-5926-3E97872544F7}"/>
              </a:ext>
            </a:extLst>
          </p:cNvPr>
          <p:cNvSpPr txBox="1"/>
          <p:nvPr/>
        </p:nvSpPr>
        <p:spPr>
          <a:xfrm>
            <a:off x="-374446" y="2820300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 do rebanho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269458-BE02-8371-77C1-D3BAD01BB5DA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Variáveis: exemplo motivacional</a:t>
            </a:r>
          </a:p>
        </p:txBody>
      </p:sp>
    </p:spTree>
    <p:extLst>
      <p:ext uri="{BB962C8B-B14F-4D97-AF65-F5344CB8AC3E}">
        <p14:creationId xmlns:p14="http://schemas.microsoft.com/office/powerpoint/2010/main" val="171183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 animBg="1"/>
      <p:bldP spid="12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banho bovino mato-grossense cai 2% em 2025 - Terraviva">
            <a:extLst>
              <a:ext uri="{FF2B5EF4-FFF2-40B4-BE49-F238E27FC236}">
                <a16:creationId xmlns:a16="http://schemas.microsoft.com/office/drawing/2014/main" id="{75506CED-EADC-9CB9-FB62-FB3B4619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100929"/>
            <a:ext cx="5582849" cy="311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1E7F27F-5C87-7CA1-0F5B-7D528D49F354}"/>
              </a:ext>
            </a:extLst>
          </p:cNvPr>
          <p:cNvSpPr txBox="1"/>
          <p:nvPr/>
        </p:nvSpPr>
        <p:spPr>
          <a:xfrm>
            <a:off x="5470454" y="1594273"/>
            <a:ext cx="683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Universo do Estudo (população)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CED38-DA8E-3238-C570-16C4E7E9C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19" y="3281965"/>
            <a:ext cx="1695687" cy="119079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8D134B-189F-32F4-5926-3E97872544F7}"/>
              </a:ext>
            </a:extLst>
          </p:cNvPr>
          <p:cNvSpPr txBox="1"/>
          <p:nvPr/>
        </p:nvSpPr>
        <p:spPr>
          <a:xfrm>
            <a:off x="-204462" y="2758377"/>
            <a:ext cx="465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Dados observados (Amostra)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8F4959DD-CC93-3A5C-2A3C-C6A3D388514C}"/>
              </a:ext>
            </a:extLst>
          </p:cNvPr>
          <p:cNvSpPr/>
          <p:nvPr/>
        </p:nvSpPr>
        <p:spPr>
          <a:xfrm rot="4683628">
            <a:off x="3778448" y="742209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Seta: Curva para a Direita 13">
            <a:extLst>
              <a:ext uri="{FF2B5EF4-FFF2-40B4-BE49-F238E27FC236}">
                <a16:creationId xmlns:a16="http://schemas.microsoft.com/office/drawing/2014/main" id="{793A17D9-2DF1-012F-2E8F-BBEA8B52FFDF}"/>
              </a:ext>
            </a:extLst>
          </p:cNvPr>
          <p:cNvSpPr/>
          <p:nvPr/>
        </p:nvSpPr>
        <p:spPr>
          <a:xfrm rot="16847697">
            <a:off x="3773906" y="4307726"/>
            <a:ext cx="1034700" cy="2839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65CBA3-683C-9A60-A3B8-D7A4B14807D7}"/>
              </a:ext>
            </a:extLst>
          </p:cNvPr>
          <p:cNvSpPr txBox="1"/>
          <p:nvPr/>
        </p:nvSpPr>
        <p:spPr>
          <a:xfrm>
            <a:off x="2898509" y="1090233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Amostragem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E41B3A-0F30-AA72-D566-E005B74FCB0E}"/>
              </a:ext>
            </a:extLst>
          </p:cNvPr>
          <p:cNvSpPr txBox="1"/>
          <p:nvPr/>
        </p:nvSpPr>
        <p:spPr>
          <a:xfrm>
            <a:off x="2898509" y="6346580"/>
            <a:ext cx="230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Inferência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60B55B-DE16-0845-8775-772264665BFC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Variáveis: exemplo motivacional</a:t>
            </a:r>
          </a:p>
        </p:txBody>
      </p:sp>
    </p:spTree>
    <p:extLst>
      <p:ext uri="{BB962C8B-B14F-4D97-AF65-F5344CB8AC3E}">
        <p14:creationId xmlns:p14="http://schemas.microsoft.com/office/powerpoint/2010/main" val="140797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Variáveis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444D4556-FDED-9A8C-50BB-CB4FC89FB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614" y="1154334"/>
            <a:ext cx="572477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pt-BR" sz="5400" b="1" dirty="0">
                <a:latin typeface="+mj-lt"/>
              </a:rPr>
              <a:t>O que são variáveis?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D4743F8A-0FBD-FFB1-7691-4655653FA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29" y="2253516"/>
            <a:ext cx="11261558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BR" sz="3200" b="1" u="sng" dirty="0">
                <a:latin typeface="+mj-lt"/>
              </a:rPr>
              <a:t>Variável</a:t>
            </a:r>
            <a:r>
              <a:rPr lang="pt-BR" sz="3200" b="1" dirty="0">
                <a:latin typeface="+mj-lt"/>
              </a:rPr>
              <a:t>: É toda a característica que, observada em uma unidade de pesquisa/experimento, pode variar de unidade para unidade.</a:t>
            </a:r>
          </a:p>
          <a:p>
            <a:pPr algn="just"/>
            <a:endParaRPr lang="pt-BR" sz="3200" b="1" dirty="0">
              <a:latin typeface="+mj-lt"/>
            </a:endParaRPr>
          </a:p>
          <a:p>
            <a:pPr algn="just"/>
            <a:r>
              <a:rPr lang="pt-BR" sz="3200" b="1" dirty="0">
                <a:latin typeface="+mj-lt"/>
              </a:rPr>
              <a:t>Exemplos: peso de um animal, raça de um animal, altura de uma planta, número de ovos de galinha, etc.</a:t>
            </a:r>
          </a:p>
          <a:p>
            <a:pPr algn="just"/>
            <a:endParaRPr lang="pt-BR" sz="3200" b="1" dirty="0">
              <a:latin typeface="+mj-lt"/>
            </a:endParaRPr>
          </a:p>
          <a:p>
            <a:pPr algn="ctr"/>
            <a:r>
              <a:rPr lang="pt-BR" sz="3200" b="1" dirty="0">
                <a:latin typeface="+mj-lt"/>
              </a:rPr>
              <a:t>“A existência da variabilidade, justifica o estudo da ciência estatística”</a:t>
            </a:r>
          </a:p>
        </p:txBody>
      </p:sp>
    </p:spTree>
    <p:extLst>
      <p:ext uri="{BB962C8B-B14F-4D97-AF65-F5344CB8AC3E}">
        <p14:creationId xmlns:p14="http://schemas.microsoft.com/office/powerpoint/2010/main" val="1495373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84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Classificação de Variáveis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9503125-E213-E8F6-DAF3-BEC6F775B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679" y="1230457"/>
            <a:ext cx="7106642" cy="511563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4A74DC5-A696-506E-884C-C89CEEA7D8F7}"/>
              </a:ext>
            </a:extLst>
          </p:cNvPr>
          <p:cNvSpPr txBox="1"/>
          <p:nvPr/>
        </p:nvSpPr>
        <p:spPr>
          <a:xfrm>
            <a:off x="697525" y="6545893"/>
            <a:ext cx="9528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i="1" dirty="0"/>
              <a:t>Retirado de https://www.ufrgs.br/probabilidade-estatistica/slides/slides_1/1-1_Introducao.pdf</a:t>
            </a:r>
          </a:p>
        </p:txBody>
      </p:sp>
    </p:spTree>
    <p:extLst>
      <p:ext uri="{BB962C8B-B14F-4D97-AF65-F5344CB8AC3E}">
        <p14:creationId xmlns:p14="http://schemas.microsoft.com/office/powerpoint/2010/main" val="339059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Classificação de Variáveis – Qualitativas/Categóricas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3F14000-383F-850F-E6AA-F5007930D551}"/>
              </a:ext>
            </a:extLst>
          </p:cNvPr>
          <p:cNvSpPr txBox="1"/>
          <p:nvPr/>
        </p:nvSpPr>
        <p:spPr>
          <a:xfrm>
            <a:off x="971472" y="2072894"/>
            <a:ext cx="9861695" cy="3827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Nominal: não possui ordem/hierarquia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Exemplo: raça animal </a:t>
            </a:r>
          </a:p>
          <a:p>
            <a:pPr lvl="1">
              <a:lnSpc>
                <a:spcPct val="150000"/>
              </a:lnSpc>
              <a:spcAft>
                <a:spcPts val="110"/>
              </a:spcAft>
            </a:pPr>
            <a:r>
              <a:rPr lang="pt-BR" sz="2000" b="1" dirty="0"/>
              <a:t>(Ex.: Raça A, Raça B, Raça C, etc.)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Ordinal: possui ordem/ranking/escala lógica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Exemplo: estágios de crescimento</a:t>
            </a:r>
          </a:p>
          <a:p>
            <a:pPr lvl="1">
              <a:lnSpc>
                <a:spcPct val="150000"/>
              </a:lnSpc>
              <a:spcAft>
                <a:spcPts val="110"/>
              </a:spcAft>
            </a:pPr>
            <a:r>
              <a:rPr lang="pt-BR" sz="2000" b="1" dirty="0"/>
              <a:t>(Ex.: Pequeno, Médio, Grande)</a:t>
            </a:r>
          </a:p>
        </p:txBody>
      </p:sp>
      <p:pic>
        <p:nvPicPr>
          <p:cNvPr id="2054" name="Picture 6" descr="RECONHECIMENTO DE NOVAS RAÇAS DEPENDE DA QUANTIDADE DE ANIMAIS EXISTENTES E  VARIA ENTRE VALIDAÇÕES – Portal Cães e Gatos">
            <a:extLst>
              <a:ext uri="{FF2B5EF4-FFF2-40B4-BE49-F238E27FC236}">
                <a16:creationId xmlns:a16="http://schemas.microsoft.com/office/drawing/2014/main" id="{9BBBB796-11B1-9E9B-9024-C023ED277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908" y="1781061"/>
            <a:ext cx="3293190" cy="20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ases Do Crescimento Da Vaca. Exploração Leiteira. Vaca De Criação.  Produção De Carne Bovina. Criação De Gado. Progressão Animada Ilustração  Stock - Ilustração de carne, projeto: 152641051">
            <a:extLst>
              <a:ext uri="{FF2B5EF4-FFF2-40B4-BE49-F238E27FC236}">
                <a16:creationId xmlns:a16="http://schemas.microsoft.com/office/drawing/2014/main" id="{750C220B-DEEE-CE57-43CB-5AB737C5E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975" y="4516167"/>
            <a:ext cx="5046846" cy="155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 gado 🐂 de corte no Brasil é composto por diversas raças, cada uma com  características próprias que influenciam diretamente na produção de carne e  na pecuária como um todo. Entre as">
            <a:extLst>
              <a:ext uri="{FF2B5EF4-FFF2-40B4-BE49-F238E27FC236}">
                <a16:creationId xmlns:a16="http://schemas.microsoft.com/office/drawing/2014/main" id="{04060264-FEF9-2D28-9DF9-52482BDA4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003" y="1451541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877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Classificação de Variáveis – Qualitativas/Categóricas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3F14000-383F-850F-E6AA-F5007930D551}"/>
              </a:ext>
            </a:extLst>
          </p:cNvPr>
          <p:cNvSpPr txBox="1"/>
          <p:nvPr/>
        </p:nvSpPr>
        <p:spPr>
          <a:xfrm>
            <a:off x="1103819" y="1349600"/>
            <a:ext cx="10588509" cy="4996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Nominais: outros Exemplos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Tipo de cultura: Soja, Milho, Cana-de-açúcar, Café, Algodão.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Raça de gado: Nelore, Angus, Holandesa, Jersey, Brangus.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Tipo de solo: Argiloso, Arenoso, Franco.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Sistema de produção: Intensivo, Extensivo, Orgânico, Convencional.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Marca de fertilizante ou defensivo agrícola. 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Ordinais: outros exemplos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Intensidade de infestação de pragas: Baixa, Média, Alta.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Classificação da qualidade do fruto: Primeira, Segunda, Descarte.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Nível de maturação do fruto: Verde, Maduro, Passado.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Escore de condição corporal (bovinos): Magro, Ideal, Obeso.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Nível de severidade de doença (</a:t>
            </a:r>
            <a:r>
              <a:rPr lang="pt-BR" sz="1600" b="1" dirty="0" err="1"/>
              <a:t>ex</a:t>
            </a:r>
            <a:r>
              <a:rPr lang="pt-BR" sz="1600" b="1" dirty="0"/>
              <a:t>: ferrugem): Leve, Moderada, Severa. 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39164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Classificação de Variáveis – Quantitativas/Numéricas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1103819" y="2240357"/>
            <a:ext cx="9861695" cy="3827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Discretas: valores inteiros contáveis.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Exemplo: número de leitões por parto </a:t>
            </a:r>
          </a:p>
          <a:p>
            <a:pPr lvl="1">
              <a:lnSpc>
                <a:spcPct val="150000"/>
              </a:lnSpc>
              <a:spcAft>
                <a:spcPts val="110"/>
              </a:spcAft>
            </a:pPr>
            <a:r>
              <a:rPr lang="pt-BR" sz="2000" b="1" dirty="0"/>
              <a:t>(Ex.: 1, 2, 3, 4, ..., 14, ...)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Contínuas: valores em escala real.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Exemplo: peso de animais, altura de plantas.</a:t>
            </a:r>
          </a:p>
          <a:p>
            <a:pPr lvl="1">
              <a:lnSpc>
                <a:spcPct val="150000"/>
              </a:lnSpc>
              <a:spcAft>
                <a:spcPts val="110"/>
              </a:spcAft>
            </a:pPr>
            <a:r>
              <a:rPr lang="pt-BR" sz="2000" b="1" dirty="0"/>
              <a:t>(Ex.: 12.4kg, 14.85kg, etc.)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CCS - Associação Catarinense de Criadores de Suínos">
            <a:extLst>
              <a:ext uri="{FF2B5EF4-FFF2-40B4-BE49-F238E27FC236}">
                <a16:creationId xmlns:a16="http://schemas.microsoft.com/office/drawing/2014/main" id="{4E6A8334-909C-5345-FD38-6DE6C716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703" y="1427235"/>
            <a:ext cx="3350837" cy="251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dir a Altura De Plantas De Estufa Foto de Stock - Imagem de horticultura,  caucasiano: 13189128">
            <a:extLst>
              <a:ext uri="{FF2B5EF4-FFF2-40B4-BE49-F238E27FC236}">
                <a16:creationId xmlns:a16="http://schemas.microsoft.com/office/drawing/2014/main" id="{A4619851-0E89-7971-65B8-8C06288BD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703" y="4379200"/>
            <a:ext cx="3350837" cy="223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23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Classificação de Variáveis – Quantitativas/Numéricas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493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Discretas: outros Exemplos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/>
              <a:t>Número de frutos por planta.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/>
              <a:t>Quantidade de animais por piquete.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/>
              <a:t>Número de </a:t>
            </a:r>
            <a:r>
              <a:rPr lang="pt-BR" sz="1600" b="1" dirty="0" err="1"/>
              <a:t>perfilhos</a:t>
            </a:r>
            <a:r>
              <a:rPr lang="pt-BR" sz="1600" b="1" dirty="0"/>
              <a:t> por planta de trigo.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/>
              <a:t>Quantidade de tratores na fazenda.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/>
              <a:t>Número de ovos produzidos por galinha por dia. 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Contínuas: outros exemplos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Produtividade da cultura: Toneladas por hectare (t/ha) ou Sacas por hectare (</a:t>
            </a:r>
            <a:r>
              <a:rPr lang="pt-BR" sz="1600" b="1" dirty="0" err="1"/>
              <a:t>sc</a:t>
            </a:r>
            <a:r>
              <a:rPr lang="pt-BR" sz="1600" b="1" dirty="0"/>
              <a:t>/ha).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Peso do animal: Quilogramas (kg).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Índice Pluviométrico (chuva): Milímetros (mm).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Teor de umidade do grão: Porcentagem (%).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Temperatura ambiente no aviário: Graus Celsius (</a:t>
            </a:r>
            <a:r>
              <a:rPr lang="pt-BR" sz="1600" b="1" baseline="30000" dirty="0" err="1"/>
              <a:t>o</a:t>
            </a:r>
            <a:r>
              <a:rPr lang="pt-BR" sz="1600" b="1" dirty="0" err="1"/>
              <a:t>C</a:t>
            </a:r>
            <a:r>
              <a:rPr lang="pt-BR" sz="1600" b="1" dirty="0"/>
              <a:t>). 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34322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719299" y="2013644"/>
            <a:ext cx="10753401" cy="2830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Porque Escalas de Medidas (também chamada de </a:t>
            </a:r>
            <a:r>
              <a:rPr lang="pt-BR" sz="2400" b="1" i="1" dirty="0"/>
              <a:t>níveis de mensuração</a:t>
            </a:r>
            <a:r>
              <a:rPr lang="pt-BR" sz="2400" b="1" dirty="0"/>
              <a:t>) são importantes?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Porque determinam </a:t>
            </a:r>
            <a:r>
              <a:rPr lang="pt-BR" sz="2400" b="1" dirty="0">
                <a:solidFill>
                  <a:srgbClr val="FF0000"/>
                </a:solidFill>
              </a:rPr>
              <a:t>quais análises estatísticas podem ser realizadas com segurança e como os dados devem ser interpretados/analisados</a:t>
            </a:r>
          </a:p>
        </p:txBody>
      </p:sp>
    </p:spTree>
    <p:extLst>
      <p:ext uri="{BB962C8B-B14F-4D97-AF65-F5344CB8AC3E}">
        <p14:creationId xmlns:p14="http://schemas.microsoft.com/office/powerpoint/2010/main" val="4060517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F8F866-1134-D839-3EE2-37CC8A68E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987" y="1687959"/>
            <a:ext cx="7856025" cy="39408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548FE44-91E6-40C8-A97C-AC3B25EAA738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</p:spTree>
    <p:extLst>
      <p:ext uri="{BB962C8B-B14F-4D97-AF65-F5344CB8AC3E}">
        <p14:creationId xmlns:p14="http://schemas.microsoft.com/office/powerpoint/2010/main" val="138477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A93AB8-1653-0153-FD80-834F0B6C8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193" y="1236725"/>
            <a:ext cx="7517613" cy="534610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</p:spTree>
    <p:extLst>
      <p:ext uri="{BB962C8B-B14F-4D97-AF65-F5344CB8AC3E}">
        <p14:creationId xmlns:p14="http://schemas.microsoft.com/office/powerpoint/2010/main" val="308169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B44830-E4B2-A851-0604-DA2D6D7F2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3184" y="1128392"/>
            <a:ext cx="7405631" cy="53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7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B44830-E4B2-A851-0604-DA2D6D7F2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171" y="1055473"/>
            <a:ext cx="5547657" cy="40052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AD076A6-8FA0-0EAF-3CCC-FB6DE1E6F2B9}"/>
              </a:ext>
            </a:extLst>
          </p:cNvPr>
          <p:cNvSpPr txBox="1"/>
          <p:nvPr/>
        </p:nvSpPr>
        <p:spPr>
          <a:xfrm>
            <a:off x="1486523" y="5425664"/>
            <a:ext cx="921895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i="1" dirty="0"/>
              <a:t>Pergunta: Faz sentido calcular uma média em uma base de dados em que estão codificados os números “1 – Angus” e “2 – </a:t>
            </a:r>
            <a:r>
              <a:rPr lang="pt-BR" i="1" dirty="0" err="1"/>
              <a:t>Hereford</a:t>
            </a:r>
            <a:r>
              <a:rPr lang="pt-BR" i="1" dirty="0"/>
              <a:t>”? E se fosse “1 – Pequeno” e “2 – Médio”? E se fosse “0 – Não” e “1 – Sim”?</a:t>
            </a:r>
          </a:p>
        </p:txBody>
      </p:sp>
    </p:spTree>
    <p:extLst>
      <p:ext uri="{BB962C8B-B14F-4D97-AF65-F5344CB8AC3E}">
        <p14:creationId xmlns:p14="http://schemas.microsoft.com/office/powerpoint/2010/main" val="1335700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BD44B9-327D-3DEC-101B-00C70FAC0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037" y="1131371"/>
            <a:ext cx="7513926" cy="53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3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5411E7-3361-727B-982E-5D5631A3B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856" y="1039879"/>
            <a:ext cx="7477841" cy="546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2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EC54B89-8FFD-E403-5EB1-9FEA5853083E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E01B5-C0B2-52A8-F264-C97C34C55A4C}"/>
              </a:ext>
            </a:extLst>
          </p:cNvPr>
          <p:cNvSpPr txBox="1"/>
          <p:nvPr/>
        </p:nvSpPr>
        <p:spPr>
          <a:xfrm>
            <a:off x="1702765" y="6612149"/>
            <a:ext cx="785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Adaptado da Prof. Lisiane </a:t>
            </a:r>
            <a:r>
              <a:rPr lang="pt-BR" sz="1200" i="1" dirty="0" err="1"/>
              <a:t>Selau</a:t>
            </a:r>
            <a:endParaRPr lang="pt-BR" sz="12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503D66-04C7-892E-3185-B585981F9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803" y="1137917"/>
            <a:ext cx="7414394" cy="545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79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Hm... Ok, mas ainda não ficou clara o porque da distinção entre “intervalar” e “razão”.	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8B68E6-C144-5060-CA7D-7C17FE22680B}"/>
              </a:ext>
            </a:extLst>
          </p:cNvPr>
          <p:cNvSpPr txBox="1"/>
          <p:nvPr/>
        </p:nvSpPr>
        <p:spPr>
          <a:xfrm>
            <a:off x="939383" y="6430150"/>
            <a:ext cx="10313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Retirado de https://www.reddit.com/r/statistics/comments/mh1blo/q_what_is_the_difference_between_interval_and/?tl=pt-br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1F18501-07D0-A985-61D0-917B8E1DC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37" y="3429000"/>
            <a:ext cx="5603173" cy="12441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D7DA205-FD4F-B71E-2F8B-352FF37353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472" y="2058546"/>
            <a:ext cx="5377847" cy="432352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B78223B-FFA9-9039-8F12-FC0EC9F07CC1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</p:spTree>
    <p:extLst>
      <p:ext uri="{BB962C8B-B14F-4D97-AF65-F5344CB8AC3E}">
        <p14:creationId xmlns:p14="http://schemas.microsoft.com/office/powerpoint/2010/main" val="2090754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Hm... Ok, mas ainda não ficou clara o porque da distinção entre “intervalar” e “razão”.	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8B68E6-C144-5060-CA7D-7C17FE22680B}"/>
              </a:ext>
            </a:extLst>
          </p:cNvPr>
          <p:cNvSpPr txBox="1"/>
          <p:nvPr/>
        </p:nvSpPr>
        <p:spPr>
          <a:xfrm>
            <a:off x="939383" y="6430150"/>
            <a:ext cx="10313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i="1" dirty="0"/>
              <a:t>Retirado de https://www.reddit.com/r/statistics/comments/mh1blo/q_what_is_the_difference_between_interval_and/?tl=pt-br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1F18501-07D0-A985-61D0-917B8E1DC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37" y="3429000"/>
            <a:ext cx="5603173" cy="124419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998EFE2-B89E-DC76-D434-88376055E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2817103"/>
            <a:ext cx="6039693" cy="21910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77C5DF2-42E3-25E6-665A-6DFD1CB66947}"/>
              </a:ext>
            </a:extLst>
          </p:cNvPr>
          <p:cNvSpPr txBox="1"/>
          <p:nvPr/>
        </p:nvSpPr>
        <p:spPr>
          <a:xfrm>
            <a:off x="803536" y="119843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Escalas de medida: nominal, ordinal, intervalar e razão </a:t>
            </a:r>
          </a:p>
        </p:txBody>
      </p:sp>
    </p:spTree>
    <p:extLst>
      <p:ext uri="{BB962C8B-B14F-4D97-AF65-F5344CB8AC3E}">
        <p14:creationId xmlns:p14="http://schemas.microsoft.com/office/powerpoint/2010/main" val="3791482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Tabela</a:t>
            </a:r>
            <a:endParaRPr lang="pt-BR" sz="1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87B2521-0873-2B44-23CB-06F158F17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167" y="2317600"/>
            <a:ext cx="8400711" cy="28543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3AED29-B560-0A6A-45AF-EE0AC78C3714}"/>
              </a:ext>
            </a:extLst>
          </p:cNvPr>
          <p:cNvSpPr txBox="1"/>
          <p:nvPr/>
        </p:nvSpPr>
        <p:spPr>
          <a:xfrm>
            <a:off x="1583166" y="6307040"/>
            <a:ext cx="8400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/>
              <a:t>Observação: a </a:t>
            </a:r>
            <a:r>
              <a:rPr lang="pt-BR" sz="1400" b="0" i="1" dirty="0">
                <a:solidFill>
                  <a:srgbClr val="0A0A0A"/>
                </a:solidFill>
                <a:effectLst/>
                <a:latin typeface="Google Sans"/>
              </a:rPr>
              <a:t>Associação Brasileira de Normas Técnicas (ABNT) estabelece alguns padrões mínimos em tabelas como a presença de fonte e título</a:t>
            </a:r>
            <a:endParaRPr lang="pt-BR" sz="1400" i="1" dirty="0"/>
          </a:p>
        </p:txBody>
      </p:sp>
    </p:spTree>
    <p:extLst>
      <p:ext uri="{BB962C8B-B14F-4D97-AF65-F5344CB8AC3E}">
        <p14:creationId xmlns:p14="http://schemas.microsoft.com/office/powerpoint/2010/main" val="2280539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Gráficos (linha, série temporal, coluna, barra e gráfico de setor/pizza). </a:t>
            </a:r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97601-E2DD-3BBC-74F4-2EA087A13F98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sp>
        <p:nvSpPr>
          <p:cNvPr id="9" name="AutoShape 4" descr="Imagem resultante">
            <a:extLst>
              <a:ext uri="{FF2B5EF4-FFF2-40B4-BE49-F238E27FC236}">
                <a16:creationId xmlns:a16="http://schemas.microsoft.com/office/drawing/2014/main" id="{8D99C18C-4384-15B5-AE25-CA173BF5F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06315" cy="18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1" name="Imagem 10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61149965-3367-6BC9-6804-26C7F2A93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687" y="2361206"/>
            <a:ext cx="6375824" cy="39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8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Gráficos (linha, série temporal, coluna, barra e gráfico de setor/pizza). </a:t>
            </a:r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97601-E2DD-3BBC-74F4-2EA087A13F98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sp>
        <p:nvSpPr>
          <p:cNvPr id="9" name="AutoShape 4" descr="Imagem resultante">
            <a:extLst>
              <a:ext uri="{FF2B5EF4-FFF2-40B4-BE49-F238E27FC236}">
                <a16:creationId xmlns:a16="http://schemas.microsoft.com/office/drawing/2014/main" id="{8D99C18C-4384-15B5-AE25-CA173BF5F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06315" cy="18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AEF69BF5-D37C-4474-57A7-A57534FDD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145313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8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Gráficos (linha, série temporal, coluna, barra e gráfico de setor/pizza). </a:t>
            </a:r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97601-E2DD-3BBC-74F4-2EA087A13F98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sp>
        <p:nvSpPr>
          <p:cNvPr id="9" name="AutoShape 4" descr="Imagem resultante">
            <a:extLst>
              <a:ext uri="{FF2B5EF4-FFF2-40B4-BE49-F238E27FC236}">
                <a16:creationId xmlns:a16="http://schemas.microsoft.com/office/drawing/2014/main" id="{8D99C18C-4384-15B5-AE25-CA173BF5F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06315" cy="18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CEA26AE-0683-B67F-BC37-373D3160DC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145313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66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Gráficos (linha, série temporal, coluna, barra e gráfico de setor/pizza). </a:t>
            </a:r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97601-E2DD-3BBC-74F4-2EA087A13F98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sp>
        <p:nvSpPr>
          <p:cNvPr id="9" name="AutoShape 4" descr="Imagem resultante">
            <a:extLst>
              <a:ext uri="{FF2B5EF4-FFF2-40B4-BE49-F238E27FC236}">
                <a16:creationId xmlns:a16="http://schemas.microsoft.com/office/drawing/2014/main" id="{8D99C18C-4384-15B5-AE25-CA173BF5F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06315" cy="18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1CCA7E3-218E-F179-62AE-8328EF43C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145313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Gráficos (linha, série temporal, coluna, barra e gráfico de setor/pizza). </a:t>
            </a:r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97601-E2DD-3BBC-74F4-2EA087A13F98}"/>
              </a:ext>
            </a:extLst>
          </p:cNvPr>
          <p:cNvSpPr txBox="1"/>
          <p:nvPr/>
        </p:nvSpPr>
        <p:spPr>
          <a:xfrm>
            <a:off x="1103819" y="140678"/>
            <a:ext cx="1088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Coleta e representação de dados (organização)</a:t>
            </a:r>
          </a:p>
        </p:txBody>
      </p:sp>
      <p:sp>
        <p:nvSpPr>
          <p:cNvPr id="9" name="AutoShape 4" descr="Imagem resultante">
            <a:extLst>
              <a:ext uri="{FF2B5EF4-FFF2-40B4-BE49-F238E27FC236}">
                <a16:creationId xmlns:a16="http://schemas.microsoft.com/office/drawing/2014/main" id="{8D99C18C-4384-15B5-AE25-CA173BF5F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806315" cy="18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2" name="Imagem 11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65B2CA1E-D00D-E753-7DDF-737EC812D2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36" y="2094878"/>
            <a:ext cx="4991727" cy="499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7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Histograma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9F02F1-AFED-6149-90A3-CE7F1933A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074" y="2317600"/>
            <a:ext cx="5915851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4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Histograma com outlier</a:t>
            </a:r>
            <a:endParaRPr lang="pt-BR" sz="1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1539A83-FA7C-7AD1-70FB-ECE4DD84D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36" y="2864969"/>
            <a:ext cx="5553154" cy="2421242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B1F81A8-3F77-3D25-0D91-989260BBD806}"/>
              </a:ext>
            </a:extLst>
          </p:cNvPr>
          <p:cNvSpPr/>
          <p:nvPr/>
        </p:nvSpPr>
        <p:spPr>
          <a:xfrm rot="1674956">
            <a:off x="2998033" y="4602809"/>
            <a:ext cx="614597" cy="589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BE2905-AC6C-0446-21C0-36CE2B864BA5}"/>
              </a:ext>
            </a:extLst>
          </p:cNvPr>
          <p:cNvSpPr txBox="1"/>
          <p:nvPr/>
        </p:nvSpPr>
        <p:spPr>
          <a:xfrm>
            <a:off x="2168873" y="4308546"/>
            <a:ext cx="10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Outlier!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0652A95-1D6F-2C91-CA10-BBD91EE6F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343" y="2316597"/>
            <a:ext cx="4502028" cy="310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8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087980"/>
            <a:ext cx="1058850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Antes de falarmos sobre box-</a:t>
            </a:r>
            <a:r>
              <a:rPr lang="pt-BR" sz="2000" b="1" dirty="0" err="1"/>
              <a:t>plots</a:t>
            </a:r>
            <a:r>
              <a:rPr lang="pt-BR" sz="2000" b="1" dirty="0"/>
              <a:t>, temos que adiantar brevemente sobre:</a:t>
            </a:r>
            <a:endParaRPr lang="pt-BR" sz="12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4464E9-1C55-80B1-C846-1C44D00D4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916" y="1710578"/>
            <a:ext cx="6754168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90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087980"/>
            <a:ext cx="1058850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Antes de falarmos sobre box-</a:t>
            </a:r>
            <a:r>
              <a:rPr lang="pt-BR" sz="2000" b="1" dirty="0" err="1"/>
              <a:t>plots</a:t>
            </a:r>
            <a:r>
              <a:rPr lang="pt-BR" sz="2000" b="1" dirty="0"/>
              <a:t>, temos que adiantar brevemente sobre:</a:t>
            </a:r>
            <a:endParaRPr lang="pt-BR" sz="12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2BA45E-C22A-5EBC-EE35-C1BE4A9D8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732" y="1637461"/>
            <a:ext cx="6706536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58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 err="1"/>
              <a:t>Boxplot</a:t>
            </a:r>
            <a:r>
              <a:rPr lang="pt-BR" sz="2400" b="1" dirty="0"/>
              <a:t> com outlier</a:t>
            </a:r>
            <a:endParaRPr lang="pt-BR" sz="1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0AE4C95-B2E5-AD75-C8DB-CA9623F29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522" y="1757744"/>
            <a:ext cx="5487166" cy="474411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501C3D0-1DF0-41AE-C64F-7EABA969E7F3}"/>
              </a:ext>
            </a:extLst>
          </p:cNvPr>
          <p:cNvSpPr txBox="1"/>
          <p:nvPr/>
        </p:nvSpPr>
        <p:spPr>
          <a:xfrm>
            <a:off x="461729" y="3521592"/>
            <a:ext cx="370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Mas antes... O que é um </a:t>
            </a:r>
            <a:r>
              <a:rPr lang="pt-BR" b="1" dirty="0" err="1"/>
              <a:t>boxplot</a:t>
            </a:r>
            <a:r>
              <a:rPr lang="pt-BR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374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Distribuição de Frequências: histograma e Box-</a:t>
            </a:r>
            <a:r>
              <a:rPr lang="pt-BR" sz="24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</a:t>
            </a:r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para variáveis quantitativas e "outlier" (valor extremo).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103819" y="1349600"/>
            <a:ext cx="1058850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 err="1"/>
              <a:t>Boxplot</a:t>
            </a:r>
            <a:r>
              <a:rPr lang="pt-BR" sz="2400" b="1" dirty="0"/>
              <a:t> com outlier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B5210F-1605-9FC7-8E4A-D66BA6A8C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574" y="2183090"/>
            <a:ext cx="6096851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26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1088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Representações Gráficas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84190D-BF19-CEFE-E86D-F0B0EBBA7C0B}"/>
              </a:ext>
            </a:extLst>
          </p:cNvPr>
          <p:cNvSpPr txBox="1"/>
          <p:nvPr/>
        </p:nvSpPr>
        <p:spPr>
          <a:xfrm>
            <a:off x="1253720" y="1339000"/>
            <a:ext cx="10588509" cy="5097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Para mais exemplos interessantes de representações gráficas recomenda-se acessar o material presente em </a:t>
            </a:r>
            <a:r>
              <a:rPr lang="pt-BR" sz="2400" b="1" dirty="0">
                <a:solidFill>
                  <a:srgbClr val="0070C0"/>
                </a:solidFill>
                <a:hlinkClick r:id="rId5"/>
              </a:rPr>
              <a:t>https://www.ufrgs.br/probabilidade-estatistica/slides/slides_1/1-3_Representacoes%20graficas.pdf</a:t>
            </a:r>
            <a:endParaRPr lang="pt-BR" sz="24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Bem como os materiais suplementares no Moodle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Outros materiais: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https://istats.shinyapps.io/EDA_quantitative/</a:t>
            </a:r>
          </a:p>
          <a:p>
            <a:pPr marL="742950" lvl="1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https://istats.shinyapps.io/EDA_categorical/</a:t>
            </a:r>
          </a:p>
        </p:txBody>
      </p:sp>
    </p:spTree>
    <p:extLst>
      <p:ext uri="{BB962C8B-B14F-4D97-AF65-F5344CB8AC3E}">
        <p14:creationId xmlns:p14="http://schemas.microsoft.com/office/powerpoint/2010/main" val="151536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7518</TotalTime>
  <Words>1753</Words>
  <Application>Microsoft Office PowerPoint</Application>
  <PresentationFormat>Widescreen</PresentationFormat>
  <Paragraphs>208</Paragraphs>
  <Slides>40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Arial</vt:lpstr>
      <vt:lpstr>Arial Nova</vt:lpstr>
      <vt:lpstr>Calibri</vt:lpstr>
      <vt:lpstr>Calibri Light</vt:lpstr>
      <vt:lpstr>Cambria</vt:lpstr>
      <vt:lpstr>Google Sans</vt:lpstr>
      <vt:lpstr>Wingdings</vt:lpstr>
      <vt:lpstr>Tema do Office</vt:lpstr>
      <vt:lpstr>MAT02201 – Métodos Estatísticos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107</cp:revision>
  <dcterms:created xsi:type="dcterms:W3CDTF">2020-10-25T10:14:05Z</dcterms:created>
  <dcterms:modified xsi:type="dcterms:W3CDTF">2026-03-06T11:15:12Z</dcterms:modified>
</cp:coreProperties>
</file>