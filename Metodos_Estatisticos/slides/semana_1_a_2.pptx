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6" r:id="rId9"/>
    <p:sldId id="265" r:id="rId10"/>
    <p:sldId id="267" r:id="rId11"/>
    <p:sldId id="268" r:id="rId12"/>
    <p:sldId id="276" r:id="rId13"/>
    <p:sldId id="277" r:id="rId14"/>
    <p:sldId id="278" r:id="rId15"/>
    <p:sldId id="274" r:id="rId16"/>
    <p:sldId id="275" r:id="rId17"/>
    <p:sldId id="269" r:id="rId18"/>
    <p:sldId id="270" r:id="rId19"/>
    <p:sldId id="280" r:id="rId20"/>
    <p:sldId id="281" r:id="rId21"/>
    <p:sldId id="282" r:id="rId22"/>
    <p:sldId id="283" r:id="rId23"/>
    <p:sldId id="271" r:id="rId24"/>
    <p:sldId id="284" r:id="rId25"/>
    <p:sldId id="287" r:id="rId26"/>
    <p:sldId id="286" r:id="rId27"/>
    <p:sldId id="288" r:id="rId2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nan Xavier Cortes" userId="d6af805853004405" providerId="LiveId" clId="{212BA557-4780-4474-BA67-C155C1354E75}"/>
    <pc:docChg chg="custSel addSld modSld">
      <pc:chgData name="Renan Xavier Cortes" userId="d6af805853004405" providerId="LiveId" clId="{212BA557-4780-4474-BA67-C155C1354E75}" dt="2026-01-26T15:01:38.670" v="181" actId="1076"/>
      <pc:docMkLst>
        <pc:docMk/>
      </pc:docMkLst>
      <pc:sldChg chg="delSp modSp add mod">
        <pc:chgData name="Renan Xavier Cortes" userId="d6af805853004405" providerId="LiveId" clId="{212BA557-4780-4474-BA67-C155C1354E75}" dt="2026-01-26T15:01:38.670" v="181" actId="1076"/>
        <pc:sldMkLst>
          <pc:docMk/>
          <pc:sldMk cId="1515360493" sldId="288"/>
        </pc:sldMkLst>
        <pc:spChg chg="mod">
          <ac:chgData name="Renan Xavier Cortes" userId="d6af805853004405" providerId="LiveId" clId="{212BA557-4780-4474-BA67-C155C1354E75}" dt="2026-01-26T15:01:38.670" v="181" actId="1076"/>
          <ac:spMkLst>
            <pc:docMk/>
            <pc:sldMk cId="1515360493" sldId="288"/>
            <ac:spMk id="4" creationId="{4B84190D-BF19-CEFE-E86D-F0B0EBBA7C0B}"/>
          </ac:spMkLst>
        </pc:spChg>
        <pc:spChg chg="mod">
          <ac:chgData name="Renan Xavier Cortes" userId="d6af805853004405" providerId="LiveId" clId="{212BA557-4780-4474-BA67-C155C1354E75}" dt="2026-01-22T13:30:12.805" v="25" actId="20577"/>
          <ac:spMkLst>
            <pc:docMk/>
            <pc:sldMk cId="1515360493" sldId="288"/>
            <ac:spMk id="8" creationId="{39AE06C5-34BE-4D68-97C3-4C07702C2DF6}"/>
          </ac:spMkLst>
        </pc:spChg>
        <pc:picChg chg="del">
          <ac:chgData name="Renan Xavier Cortes" userId="d6af805853004405" providerId="LiveId" clId="{212BA557-4780-4474-BA67-C155C1354E75}" dt="2026-01-22T13:30:15.241" v="26" actId="478"/>
          <ac:picMkLst>
            <pc:docMk/>
            <pc:sldMk cId="1515360493" sldId="288"/>
            <ac:picMk id="6" creationId="{96B5210F-1605-9FC7-8E4A-D66BA6A8C835}"/>
          </ac:picMkLst>
        </pc:picChg>
      </pc:sldChg>
    </pc:docChg>
  </pc:docChgLst>
  <pc:docChgLst>
    <pc:chgData name="Renan Xavier Cortes" userId="d6af805853004405" providerId="LiveId" clId="{6CBA8CAD-390F-4A11-B907-BBB4B6E0B449}"/>
    <pc:docChg chg="undo custSel addSld delSld modSld">
      <pc:chgData name="Renan Xavier Cortes" userId="d6af805853004405" providerId="LiveId" clId="{6CBA8CAD-390F-4A11-B907-BBB4B6E0B449}" dt="2026-01-21T21:00:53.358" v="2269"/>
      <pc:docMkLst>
        <pc:docMk/>
      </pc:docMkLst>
      <pc:sldChg chg="modSp mod modAnim">
        <pc:chgData name="Renan Xavier Cortes" userId="d6af805853004405" providerId="LiveId" clId="{6CBA8CAD-390F-4A11-B907-BBB4B6E0B449}" dt="2026-01-21T20:32:15.264" v="2075" actId="20577"/>
        <pc:sldMkLst>
          <pc:docMk/>
          <pc:sldMk cId="1859719164" sldId="259"/>
        </pc:sldMkLst>
        <pc:spChg chg="mod">
          <ac:chgData name="Renan Xavier Cortes" userId="d6af805853004405" providerId="LiveId" clId="{6CBA8CAD-390F-4A11-B907-BBB4B6E0B449}" dt="2026-01-21T18:21:08.433" v="1046" actId="1076"/>
          <ac:spMkLst>
            <pc:docMk/>
            <pc:sldMk cId="1859719164" sldId="259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20:32:15.264" v="2075" actId="20577"/>
          <ac:spMkLst>
            <pc:docMk/>
            <pc:sldMk cId="1859719164" sldId="259"/>
            <ac:spMk id="14" creationId="{427DBFEB-81BF-4CC3-A411-FBF43D295C56}"/>
          </ac:spMkLst>
        </pc:spChg>
      </pc:sldChg>
      <pc:sldChg chg="modSp add mod setBg modAnim">
        <pc:chgData name="Renan Xavier Cortes" userId="d6af805853004405" providerId="LiveId" clId="{6CBA8CAD-390F-4A11-B907-BBB4B6E0B449}" dt="2026-01-21T18:27:43.477" v="1241"/>
        <pc:sldMkLst>
          <pc:docMk/>
          <pc:sldMk cId="2921823341" sldId="260"/>
        </pc:sldMkLst>
        <pc:spChg chg="mod">
          <ac:chgData name="Renan Xavier Cortes" userId="d6af805853004405" providerId="LiveId" clId="{6CBA8CAD-390F-4A11-B907-BBB4B6E0B449}" dt="2026-01-21T18:21:08.116" v="1045" actId="1076"/>
          <ac:spMkLst>
            <pc:docMk/>
            <pc:sldMk cId="2921823341" sldId="260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23.079" v="123" actId="1076"/>
          <ac:spMkLst>
            <pc:docMk/>
            <pc:sldMk cId="2921823341" sldId="260"/>
            <ac:spMk id="14" creationId="{427DBFEB-81BF-4CC3-A411-FBF43D295C56}"/>
          </ac:spMkLst>
        </pc:spChg>
      </pc:sldChg>
      <pc:sldChg chg="modSp add mod modAnim">
        <pc:chgData name="Renan Xavier Cortes" userId="d6af805853004405" providerId="LiveId" clId="{6CBA8CAD-390F-4A11-B907-BBB4B6E0B449}" dt="2026-01-21T18:27:45.974" v="1242"/>
        <pc:sldMkLst>
          <pc:docMk/>
          <pc:sldMk cId="2121898900" sldId="261"/>
        </pc:sldMkLst>
        <pc:spChg chg="mod">
          <ac:chgData name="Renan Xavier Cortes" userId="d6af805853004405" providerId="LiveId" clId="{6CBA8CAD-390F-4A11-B907-BBB4B6E0B449}" dt="2026-01-21T18:21:07.798" v="1044" actId="1076"/>
          <ac:spMkLst>
            <pc:docMk/>
            <pc:sldMk cId="2121898900" sldId="261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0:30.629" v="124" actId="1076"/>
          <ac:spMkLst>
            <pc:docMk/>
            <pc:sldMk cId="2121898900" sldId="261"/>
            <ac:spMk id="14" creationId="{427DBFEB-81BF-4CC3-A411-FBF43D295C5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8:27:49.174" v="1243"/>
        <pc:sldMkLst>
          <pc:docMk/>
          <pc:sldMk cId="2689213611" sldId="262"/>
        </pc:sldMkLst>
        <pc:spChg chg="mod">
          <ac:chgData name="Renan Xavier Cortes" userId="d6af805853004405" providerId="LiveId" clId="{6CBA8CAD-390F-4A11-B907-BBB4B6E0B449}" dt="2026-01-21T18:21:07.566" v="1043" actId="1076"/>
          <ac:spMkLst>
            <pc:docMk/>
            <pc:sldMk cId="2689213611" sldId="262"/>
            <ac:spMk id="8" creationId="{39AE06C5-34BE-4D68-97C3-4C07702C2DF6}"/>
          </ac:spMkLst>
        </pc:spChg>
        <pc:spChg chg="mod">
          <ac:chgData name="Renan Xavier Cortes" userId="d6af805853004405" providerId="LiveId" clId="{6CBA8CAD-390F-4A11-B907-BBB4B6E0B449}" dt="2026-01-21T12:56:51.360" v="239" actId="1076"/>
          <ac:spMkLst>
            <pc:docMk/>
            <pc:sldMk cId="2689213611" sldId="262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12:19.893" v="470" actId="1076"/>
          <ac:picMkLst>
            <pc:docMk/>
            <pc:sldMk cId="2689213611" sldId="262"/>
            <ac:picMk id="5" creationId="{B75BA797-89E6-A590-E6E0-1930AE23BE87}"/>
          </ac:picMkLst>
        </pc:picChg>
        <pc:picChg chg="add mod">
          <ac:chgData name="Renan Xavier Cortes" userId="d6af805853004405" providerId="LiveId" clId="{6CBA8CAD-390F-4A11-B907-BBB4B6E0B449}" dt="2026-01-21T12:52:15.476" v="224" actId="1076"/>
          <ac:picMkLst>
            <pc:docMk/>
            <pc:sldMk cId="2689213611" sldId="262"/>
            <ac:picMk id="1026" creationId="{3AF06A5C-D23B-2668-9192-9EBD3941659A}"/>
          </ac:picMkLst>
        </pc:picChg>
        <pc:picChg chg="add del mod">
          <ac:chgData name="Renan Xavier Cortes" userId="d6af805853004405" providerId="LiveId" clId="{6CBA8CAD-390F-4A11-B907-BBB4B6E0B449}" dt="2026-01-21T13:11:02.235" v="456" actId="478"/>
          <ac:picMkLst>
            <pc:docMk/>
            <pc:sldMk cId="2689213611" sldId="262"/>
            <ac:picMk id="1028" creationId="{DA3B7BDF-718D-955C-F889-8AC8A1DCBC20}"/>
          </ac:picMkLst>
        </pc:picChg>
        <pc:picChg chg="add del mod">
          <ac:chgData name="Renan Xavier Cortes" userId="d6af805853004405" providerId="LiveId" clId="{6CBA8CAD-390F-4A11-B907-BBB4B6E0B449}" dt="2026-01-21T13:11:38.475" v="462" actId="478"/>
          <ac:picMkLst>
            <pc:docMk/>
            <pc:sldMk cId="2689213611" sldId="262"/>
            <ac:picMk id="1030" creationId="{B3AD39F1-033B-7A4E-B6EE-FD3713D8D962}"/>
          </ac:picMkLst>
        </pc:picChg>
        <pc:picChg chg="add del mod">
          <ac:chgData name="Renan Xavier Cortes" userId="d6af805853004405" providerId="LiveId" clId="{6CBA8CAD-390F-4A11-B907-BBB4B6E0B449}" dt="2026-01-21T13:12:11.437" v="465" actId="478"/>
          <ac:picMkLst>
            <pc:docMk/>
            <pc:sldMk cId="2689213611" sldId="262"/>
            <ac:picMk id="1032" creationId="{FF87EAF8-5213-0FCC-8C98-B9AD5FF62219}"/>
          </ac:picMkLst>
        </pc:picChg>
      </pc:sldChg>
      <pc:sldChg chg="addSp delSp modSp add mod addAnim delAnim">
        <pc:chgData name="Renan Xavier Cortes" userId="d6af805853004405" providerId="LiveId" clId="{6CBA8CAD-390F-4A11-B907-BBB4B6E0B449}" dt="2026-01-21T18:21:07.371" v="1042" actId="1076"/>
        <pc:sldMkLst>
          <pc:docMk/>
          <pc:sldMk cId="1495373715" sldId="263"/>
        </pc:sldMkLst>
        <pc:spChg chg="add mod">
          <ac:chgData name="Renan Xavier Cortes" userId="d6af805853004405" providerId="LiveId" clId="{6CBA8CAD-390F-4A11-B907-BBB4B6E0B449}" dt="2026-01-21T13:01:54.451" v="356" actId="1076"/>
          <ac:spMkLst>
            <pc:docMk/>
            <pc:sldMk cId="1495373715" sldId="263"/>
            <ac:spMk id="6" creationId="{E4A74DC5-A696-506E-884C-C89CEEA7D8F7}"/>
          </ac:spMkLst>
        </pc:spChg>
        <pc:spChg chg="mod">
          <ac:chgData name="Renan Xavier Cortes" userId="d6af805853004405" providerId="LiveId" clId="{6CBA8CAD-390F-4A11-B907-BBB4B6E0B449}" dt="2026-01-21T18:21:07.371" v="1042" actId="1076"/>
          <ac:spMkLst>
            <pc:docMk/>
            <pc:sldMk cId="1495373715" sldId="263"/>
            <ac:spMk id="8" creationId="{39AE06C5-34BE-4D68-97C3-4C07702C2DF6}"/>
          </ac:spMkLst>
        </pc:spChg>
        <pc:spChg chg="add del mod">
          <ac:chgData name="Renan Xavier Cortes" userId="d6af805853004405" providerId="LiveId" clId="{6CBA8CAD-390F-4A11-B907-BBB4B6E0B449}" dt="2026-01-21T13:00:39.412" v="323" actId="478"/>
          <ac:spMkLst>
            <pc:docMk/>
            <pc:sldMk cId="1495373715" sldId="263"/>
            <ac:spMk id="14" creationId="{427DBFEB-81BF-4CC3-A411-FBF43D295C56}"/>
          </ac:spMkLst>
        </pc:spChg>
        <pc:picChg chg="add mod">
          <ac:chgData name="Renan Xavier Cortes" userId="d6af805853004405" providerId="LiveId" clId="{6CBA8CAD-390F-4A11-B907-BBB4B6E0B449}" dt="2026-01-21T13:01:23.017" v="328" actId="1076"/>
          <ac:picMkLst>
            <pc:docMk/>
            <pc:sldMk cId="1495373715" sldId="263"/>
            <ac:picMk id="5" creationId="{99503125-E213-E8F6-DAF3-BEC6F775BCC7}"/>
          </ac:picMkLst>
        </pc:picChg>
        <pc:picChg chg="del">
          <ac:chgData name="Renan Xavier Cortes" userId="d6af805853004405" providerId="LiveId" clId="{6CBA8CAD-390F-4A11-B907-BBB4B6E0B449}" dt="2026-01-21T12:57:41.054" v="267" actId="478"/>
          <ac:picMkLst>
            <pc:docMk/>
            <pc:sldMk cId="1495373715" sldId="263"/>
            <ac:picMk id="1026" creationId="{3AF06A5C-D23B-2668-9192-9EBD3941659A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7:56.296" v="1244"/>
        <pc:sldMkLst>
          <pc:docMk/>
          <pc:sldMk cId="612877480" sldId="264"/>
        </pc:sldMkLst>
        <pc:spChg chg="add mod">
          <ac:chgData name="Renan Xavier Cortes" userId="d6af805853004405" providerId="LiveId" clId="{6CBA8CAD-390F-4A11-B907-BBB4B6E0B449}" dt="2026-01-21T13:36:06.850" v="841" actId="1076"/>
          <ac:spMkLst>
            <pc:docMk/>
            <pc:sldMk cId="612877480" sldId="264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7.154" v="1041" actId="1076"/>
          <ac:spMkLst>
            <pc:docMk/>
            <pc:sldMk cId="612877480" sldId="264"/>
            <ac:spMk id="8" creationId="{39AE06C5-34BE-4D68-97C3-4C07702C2DF6}"/>
          </ac:spMkLst>
        </pc:spChg>
        <pc:spChg chg="del mod">
          <ac:chgData name="Renan Xavier Cortes" userId="d6af805853004405" providerId="LiveId" clId="{6CBA8CAD-390F-4A11-B907-BBB4B6E0B449}" dt="2026-01-21T13:14:12.001" v="508" actId="478"/>
          <ac:spMkLst>
            <pc:docMk/>
            <pc:sldMk cId="612877480" sldId="264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00:47.167" v="326" actId="478"/>
          <ac:picMkLst>
            <pc:docMk/>
            <pc:sldMk cId="612877480" sldId="264"/>
            <ac:picMk id="5" creationId="{99503125-E213-E8F6-DAF3-BEC6F775BCC7}"/>
          </ac:picMkLst>
        </pc:picChg>
        <pc:picChg chg="add del mod">
          <ac:chgData name="Renan Xavier Cortes" userId="d6af805853004405" providerId="LiveId" clId="{6CBA8CAD-390F-4A11-B907-BBB4B6E0B449}" dt="2026-01-21T13:09:02.318" v="445" actId="478"/>
          <ac:picMkLst>
            <pc:docMk/>
            <pc:sldMk cId="612877480" sldId="264"/>
            <ac:picMk id="2050" creationId="{4E6A8334-909C-5345-FD38-6DE6C71617FE}"/>
          </ac:picMkLst>
        </pc:picChg>
        <pc:picChg chg="add del mod">
          <ac:chgData name="Renan Xavier Cortes" userId="d6af805853004405" providerId="LiveId" clId="{6CBA8CAD-390F-4A11-B907-BBB4B6E0B449}" dt="2026-01-21T13:09:02.823" v="446" actId="478"/>
          <ac:picMkLst>
            <pc:docMk/>
            <pc:sldMk cId="612877480" sldId="264"/>
            <ac:picMk id="2052" creationId="{A4619851-0E89-7971-65B8-8C06288BD402}"/>
          </ac:picMkLst>
        </pc:picChg>
        <pc:picChg chg="add mod">
          <ac:chgData name="Renan Xavier Cortes" userId="d6af805853004405" providerId="LiveId" clId="{6CBA8CAD-390F-4A11-B907-BBB4B6E0B449}" dt="2026-01-21T13:18:06.064" v="616" actId="1076"/>
          <ac:picMkLst>
            <pc:docMk/>
            <pc:sldMk cId="612877480" sldId="264"/>
            <ac:picMk id="2054" creationId="{9BBBB796-11B1-9E9B-9024-C023ED27709B}"/>
          </ac:picMkLst>
        </pc:picChg>
        <pc:picChg chg="add mod">
          <ac:chgData name="Renan Xavier Cortes" userId="d6af805853004405" providerId="LiveId" clId="{6CBA8CAD-390F-4A11-B907-BBB4B6E0B449}" dt="2026-01-21T13:35:54.165" v="840" actId="1076"/>
          <ac:picMkLst>
            <pc:docMk/>
            <pc:sldMk cId="612877480" sldId="264"/>
            <ac:picMk id="2056" creationId="{750C220B-DEEE-CE57-43CB-5AB737C5E7AC}"/>
          </ac:picMkLst>
        </pc:picChg>
        <pc:picChg chg="add del mod">
          <ac:chgData name="Renan Xavier Cortes" userId="d6af805853004405" providerId="LiveId" clId="{6CBA8CAD-390F-4A11-B907-BBB4B6E0B449}" dt="2026-01-21T13:34:49.369" v="767" actId="478"/>
          <ac:picMkLst>
            <pc:docMk/>
            <pc:sldMk cId="612877480" sldId="264"/>
            <ac:picMk id="2058" creationId="{04060264-FEF9-2D28-9DF9-52482BDA4C9B}"/>
          </ac:picMkLst>
        </pc:picChg>
      </pc:sldChg>
      <pc:sldChg chg="modSp add modAnim">
        <pc:chgData name="Renan Xavier Cortes" userId="d6af805853004405" providerId="LiveId" clId="{6CBA8CAD-390F-4A11-B907-BBB4B6E0B449}" dt="2026-01-21T18:28:01.649" v="1246"/>
        <pc:sldMkLst>
          <pc:docMk/>
          <pc:sldMk cId="607923279" sldId="265"/>
        </pc:sldMkLst>
        <pc:spChg chg="mod">
          <ac:chgData name="Renan Xavier Cortes" userId="d6af805853004405" providerId="LiveId" clId="{6CBA8CAD-390F-4A11-B907-BBB4B6E0B449}" dt="2026-01-21T13:20:28.364" v="734" actId="5793"/>
          <ac:spMkLst>
            <pc:docMk/>
            <pc:sldMk cId="607923279" sldId="265"/>
            <ac:spMk id="14" creationId="{427DBFEB-81BF-4CC3-A411-FBF43D295C56}"/>
          </ac:spMkLst>
        </pc:spChg>
        <pc:picChg chg="mod">
          <ac:chgData name="Renan Xavier Cortes" userId="d6af805853004405" providerId="LiveId" clId="{6CBA8CAD-390F-4A11-B907-BBB4B6E0B449}" dt="2026-01-21T13:20:33.305" v="736" actId="1076"/>
          <ac:picMkLst>
            <pc:docMk/>
            <pc:sldMk cId="607923279" sldId="265"/>
            <ac:picMk id="2050" creationId="{4E6A8334-909C-5345-FD38-6DE6C71617FE}"/>
          </ac:picMkLst>
        </pc:picChg>
        <pc:picChg chg="mod">
          <ac:chgData name="Renan Xavier Cortes" userId="d6af805853004405" providerId="LiveId" clId="{6CBA8CAD-390F-4A11-B907-BBB4B6E0B449}" dt="2026-01-21T13:20:35.259" v="737" actId="14100"/>
          <ac:picMkLst>
            <pc:docMk/>
            <pc:sldMk cId="607923279" sldId="265"/>
            <ac:picMk id="2052" creationId="{A4619851-0E89-7971-65B8-8C06288BD402}"/>
          </ac:picMkLst>
        </pc:picChg>
      </pc:sldChg>
      <pc:sldChg chg="delSp add del">
        <pc:chgData name="Renan Xavier Cortes" userId="d6af805853004405" providerId="LiveId" clId="{6CBA8CAD-390F-4A11-B907-BBB4B6E0B449}" dt="2026-01-21T13:31:31.518" v="744" actId="47"/>
        <pc:sldMkLst>
          <pc:docMk/>
          <pc:sldMk cId="2167676923" sldId="266"/>
        </pc:sldMkLst>
        <pc:picChg chg="del">
          <ac:chgData name="Renan Xavier Cortes" userId="d6af805853004405" providerId="LiveId" clId="{6CBA8CAD-390F-4A11-B907-BBB4B6E0B449}" dt="2026-01-21T13:30:49.800" v="741" actId="478"/>
          <ac:picMkLst>
            <pc:docMk/>
            <pc:sldMk cId="2167676923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0:50.789" v="743" actId="478"/>
          <ac:picMkLst>
            <pc:docMk/>
            <pc:sldMk cId="2167676923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0:50.246" v="742" actId="478"/>
          <ac:picMkLst>
            <pc:docMk/>
            <pc:sldMk cId="2167676923" sldId="266"/>
            <ac:picMk id="2058" creationId="{04060264-FEF9-2D28-9DF9-52482BDA4C9B}"/>
          </ac:picMkLst>
        </pc:picChg>
      </pc:sldChg>
      <pc:sldChg chg="delSp modSp add mod modAnim">
        <pc:chgData name="Renan Xavier Cortes" userId="d6af805853004405" providerId="LiveId" clId="{6CBA8CAD-390F-4A11-B907-BBB4B6E0B449}" dt="2026-01-21T18:27:58.688" v="1245"/>
        <pc:sldMkLst>
          <pc:docMk/>
          <pc:sldMk cId="3391640227" sldId="266"/>
        </pc:sldMkLst>
        <pc:spChg chg="mod">
          <ac:chgData name="Renan Xavier Cortes" userId="d6af805853004405" providerId="LiveId" clId="{6CBA8CAD-390F-4A11-B907-BBB4B6E0B449}" dt="2026-01-21T13:42:03.435" v="944" actId="20577"/>
          <ac:spMkLst>
            <pc:docMk/>
            <pc:sldMk cId="3391640227" sldId="266"/>
            <ac:spMk id="4" creationId="{A3F14000-383F-850F-E6AA-F5007930D551}"/>
          </ac:spMkLst>
        </pc:spChg>
        <pc:spChg chg="mod">
          <ac:chgData name="Renan Xavier Cortes" userId="d6af805853004405" providerId="LiveId" clId="{6CBA8CAD-390F-4A11-B907-BBB4B6E0B449}" dt="2026-01-21T18:21:06.912" v="1040" actId="1076"/>
          <ac:spMkLst>
            <pc:docMk/>
            <pc:sldMk cId="3391640227" sldId="266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3:32:08.926" v="746" actId="478"/>
          <ac:picMkLst>
            <pc:docMk/>
            <pc:sldMk cId="3391640227" sldId="266"/>
            <ac:picMk id="2054" creationId="{9BBBB796-11B1-9E9B-9024-C023ED27709B}"/>
          </ac:picMkLst>
        </pc:picChg>
        <pc:picChg chg="del">
          <ac:chgData name="Renan Xavier Cortes" userId="d6af805853004405" providerId="LiveId" clId="{6CBA8CAD-390F-4A11-B907-BBB4B6E0B449}" dt="2026-01-21T13:32:10.004" v="748" actId="478"/>
          <ac:picMkLst>
            <pc:docMk/>
            <pc:sldMk cId="3391640227" sldId="266"/>
            <ac:picMk id="2056" creationId="{750C220B-DEEE-CE57-43CB-5AB737C5E7AC}"/>
          </ac:picMkLst>
        </pc:picChg>
        <pc:picChg chg="del">
          <ac:chgData name="Renan Xavier Cortes" userId="d6af805853004405" providerId="LiveId" clId="{6CBA8CAD-390F-4A11-B907-BBB4B6E0B449}" dt="2026-01-21T13:32:09.372" v="747" actId="478"/>
          <ac:picMkLst>
            <pc:docMk/>
            <pc:sldMk cId="3391640227" sldId="266"/>
            <ac:picMk id="2058" creationId="{04060264-FEF9-2D28-9DF9-52482BDA4C9B}"/>
          </ac:picMkLst>
        </pc:picChg>
      </pc:sldChg>
      <pc:sldChg chg="addSp delSp modSp add mod delAnim modAnim">
        <pc:chgData name="Renan Xavier Cortes" userId="d6af805853004405" providerId="LiveId" clId="{6CBA8CAD-390F-4A11-B907-BBB4B6E0B449}" dt="2026-01-21T18:28:05.192" v="1247"/>
        <pc:sldMkLst>
          <pc:docMk/>
          <pc:sldMk cId="1343228278" sldId="267"/>
        </pc:sldMkLst>
        <pc:spChg chg="add mod">
          <ac:chgData name="Renan Xavier Cortes" userId="d6af805853004405" providerId="LiveId" clId="{6CBA8CAD-390F-4A11-B907-BBB4B6E0B449}" dt="2026-01-21T13:42:09.587" v="946" actId="20577"/>
          <ac:spMkLst>
            <pc:docMk/>
            <pc:sldMk cId="1343228278" sldId="26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3:40:12.521" v="911"/>
          <ac:spMkLst>
            <pc:docMk/>
            <pc:sldMk cId="1343228278" sldId="267"/>
            <ac:spMk id="5" creationId="{761FBCEB-4A99-0E96-EB2F-126B5E2ADEDE}"/>
          </ac:spMkLst>
        </pc:spChg>
        <pc:spChg chg="add">
          <ac:chgData name="Renan Xavier Cortes" userId="d6af805853004405" providerId="LiveId" clId="{6CBA8CAD-390F-4A11-B907-BBB4B6E0B449}" dt="2026-01-21T13:40:28.193" v="916"/>
          <ac:spMkLst>
            <pc:docMk/>
            <pc:sldMk cId="1343228278" sldId="267"/>
            <ac:spMk id="6" creationId="{23BAF368-5B04-A6D4-F4BA-78FE4BDB80E1}"/>
          </ac:spMkLst>
        </pc:spChg>
        <pc:spChg chg="del mod">
          <ac:chgData name="Renan Xavier Cortes" userId="d6af805853004405" providerId="LiveId" clId="{6CBA8CAD-390F-4A11-B907-BBB4B6E0B449}" dt="2026-01-21T13:38:48.266" v="879" actId="478"/>
          <ac:spMkLst>
            <pc:docMk/>
            <pc:sldMk cId="1343228278" sldId="267"/>
            <ac:spMk id="14" creationId="{427DBFEB-81BF-4CC3-A411-FBF43D295C56}"/>
          </ac:spMkLst>
        </pc:spChg>
        <pc:picChg chg="del">
          <ac:chgData name="Renan Xavier Cortes" userId="d6af805853004405" providerId="LiveId" clId="{6CBA8CAD-390F-4A11-B907-BBB4B6E0B449}" dt="2026-01-21T13:37:26.842" v="850" actId="478"/>
          <ac:picMkLst>
            <pc:docMk/>
            <pc:sldMk cId="1343228278" sldId="267"/>
            <ac:picMk id="2050" creationId="{4E6A8334-909C-5345-FD38-6DE6C71617FE}"/>
          </ac:picMkLst>
        </pc:picChg>
        <pc:picChg chg="del">
          <ac:chgData name="Renan Xavier Cortes" userId="d6af805853004405" providerId="LiveId" clId="{6CBA8CAD-390F-4A11-B907-BBB4B6E0B449}" dt="2026-01-21T13:37:27.155" v="851" actId="478"/>
          <ac:picMkLst>
            <pc:docMk/>
            <pc:sldMk cId="1343228278" sldId="267"/>
            <ac:picMk id="2052" creationId="{A4619851-0E89-7971-65B8-8C06288BD40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2" creationId="{0EFA11CA-E7DF-AF44-7C52-1A7BCD0EF98A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3" creationId="{17A06DBE-F56F-D7CF-5D37-101F12487686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4" creationId="{D0F78DC5-EBA6-F8C1-B608-9845395822CB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5" creationId="{54E39B7E-F8EF-4086-9DF4-84532F950252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6" creationId="{5ADF0543-3E47-7B59-14CE-9E32F05955F4}"/>
          </ac:picMkLst>
        </pc:picChg>
        <pc:picChg chg="add">
          <ac:chgData name="Renan Xavier Cortes" userId="d6af805853004405" providerId="LiveId" clId="{6CBA8CAD-390F-4A11-B907-BBB4B6E0B449}" dt="2026-01-21T13:40:12.521" v="911"/>
          <ac:picMkLst>
            <pc:docMk/>
            <pc:sldMk cId="1343228278" sldId="267"/>
            <ac:picMk id="5127" creationId="{67FDB388-93D8-C347-BB8B-043340CBCCFC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29" creationId="{284947AA-7AA3-F62A-866F-6A1A3BEEABEF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0" creationId="{C98BC9A4-C207-F1E1-7341-3A1B70215058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1" creationId="{375CC78C-4981-2DA9-88E6-EFB2FD84677E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2" creationId="{5F0B81A0-9240-D916-E71A-E6D3F50B265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3" creationId="{21770704-1681-BDE9-B7A7-EE6D8264F71A}"/>
          </ac:picMkLst>
        </pc:picChg>
        <pc:picChg chg="add">
          <ac:chgData name="Renan Xavier Cortes" userId="d6af805853004405" providerId="LiveId" clId="{6CBA8CAD-390F-4A11-B907-BBB4B6E0B449}" dt="2026-01-21T13:40:28.193" v="916"/>
          <ac:picMkLst>
            <pc:docMk/>
            <pc:sldMk cId="1343228278" sldId="267"/>
            <ac:picMk id="5134" creationId="{DD427550-CCC4-E20C-CF8C-A439F0C0E9D2}"/>
          </ac:picMkLst>
        </pc:picChg>
      </pc:sldChg>
      <pc:sldChg chg="addSp delSp modSp add mod addAnim delAnim modAnim">
        <pc:chgData name="Renan Xavier Cortes" userId="d6af805853004405" providerId="LiveId" clId="{6CBA8CAD-390F-4A11-B907-BBB4B6E0B449}" dt="2026-01-21T20:59:32.449" v="2258" actId="1076"/>
        <pc:sldMkLst>
          <pc:docMk/>
          <pc:sldMk cId="4060517312" sldId="268"/>
        </pc:sldMkLst>
        <pc:spChg chg="add del mod">
          <ac:chgData name="Renan Xavier Cortes" userId="d6af805853004405" providerId="LiveId" clId="{6CBA8CAD-390F-4A11-B907-BBB4B6E0B449}" dt="2026-01-21T20:59:28.978" v="2257" actId="1076"/>
          <ac:spMkLst>
            <pc:docMk/>
            <pc:sldMk cId="4060517312" sldId="26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32.449" v="2258" actId="1076"/>
          <ac:spMkLst>
            <pc:docMk/>
            <pc:sldMk cId="4060517312" sldId="268"/>
            <ac:spMk id="8" creationId="{39AE06C5-34BE-4D68-97C3-4C07702C2DF6}"/>
          </ac:spMkLst>
        </pc:spChg>
      </pc:sldChg>
      <pc:sldChg chg="addSp delSp modSp add mod modAnim">
        <pc:chgData name="Renan Xavier Cortes" userId="d6af805853004405" providerId="LiveId" clId="{6CBA8CAD-390F-4A11-B907-BBB4B6E0B449}" dt="2026-01-21T19:57:31.132" v="2031" actId="1076"/>
        <pc:sldMkLst>
          <pc:docMk/>
          <pc:sldMk cId="2280539132" sldId="269"/>
        </pc:sldMkLst>
        <pc:spChg chg="mod">
          <ac:chgData name="Renan Xavier Cortes" userId="d6af805853004405" providerId="LiveId" clId="{6CBA8CAD-390F-4A11-B907-BBB4B6E0B449}" dt="2026-01-21T19:29:34.350" v="1988" actId="20577"/>
          <ac:spMkLst>
            <pc:docMk/>
            <pc:sldMk cId="2280539132" sldId="269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19:28:38.900" v="1982" actId="20577"/>
          <ac:spMkLst>
            <pc:docMk/>
            <pc:sldMk cId="2280539132" sldId="269"/>
            <ac:spMk id="8" creationId="{39AE06C5-34BE-4D68-97C3-4C07702C2DF6}"/>
          </ac:spMkLst>
        </pc:spChg>
        <pc:picChg chg="add del mod">
          <ac:chgData name="Renan Xavier Cortes" userId="d6af805853004405" providerId="LiveId" clId="{6CBA8CAD-390F-4A11-B907-BBB4B6E0B449}" dt="2026-01-21T19:36:40.507" v="1993" actId="478"/>
          <ac:picMkLst>
            <pc:docMk/>
            <pc:sldMk cId="2280539132" sldId="269"/>
            <ac:picMk id="6" creationId="{1FF55C8A-24A1-2834-88D3-7F49B46E12DA}"/>
          </ac:picMkLst>
        </pc:picChg>
        <pc:picChg chg="add del mod">
          <ac:chgData name="Renan Xavier Cortes" userId="d6af805853004405" providerId="LiveId" clId="{6CBA8CAD-390F-4A11-B907-BBB4B6E0B449}" dt="2026-01-21T19:57:20.787" v="2028" actId="478"/>
          <ac:picMkLst>
            <pc:docMk/>
            <pc:sldMk cId="2280539132" sldId="269"/>
            <ac:picMk id="10" creationId="{DB7C7009-8D56-695C-4B6E-E9C1203D95EF}"/>
          </ac:picMkLst>
        </pc:picChg>
        <pc:picChg chg="add mod">
          <ac:chgData name="Renan Xavier Cortes" userId="d6af805853004405" providerId="LiveId" clId="{6CBA8CAD-390F-4A11-B907-BBB4B6E0B449}" dt="2026-01-21T19:57:31.132" v="2031" actId="1076"/>
          <ac:picMkLst>
            <pc:docMk/>
            <pc:sldMk cId="2280539132" sldId="269"/>
            <ac:picMk id="12" creationId="{387B2521-0873-2B44-23CB-06F158F17A95}"/>
          </ac:picMkLst>
        </pc:picChg>
        <pc:picChg chg="add del">
          <ac:chgData name="Renan Xavier Cortes" userId="d6af805853004405" providerId="LiveId" clId="{6CBA8CAD-390F-4A11-B907-BBB4B6E0B449}" dt="2026-01-21T19:34:39.537" v="1990" actId="478"/>
          <ac:picMkLst>
            <pc:docMk/>
            <pc:sldMk cId="2280539132" sldId="269"/>
            <ac:picMk id="14338" creationId="{6E12BE7A-2157-D78B-66BE-B4AFC6F10B8A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27.912" v="2261"/>
        <pc:sldMkLst>
          <pc:docMk/>
          <pc:sldMk cId="1218368481" sldId="270"/>
        </pc:sldMkLst>
        <pc:spChg chg="mod">
          <ac:chgData name="Renan Xavier Cortes" userId="d6af805853004405" providerId="LiveId" clId="{6CBA8CAD-390F-4A11-B907-BBB4B6E0B449}" dt="2026-01-21T19:44:08.525" v="2021" actId="20577"/>
          <ac:spMkLst>
            <pc:docMk/>
            <pc:sldMk cId="1218368481" sldId="270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9:44:20.030" v="2023"/>
          <ac:spMkLst>
            <pc:docMk/>
            <pc:sldMk cId="1218368481" sldId="270"/>
            <ac:spMk id="5" creationId="{F2A97601-E2DD-3BBC-74F4-2EA087A13F98}"/>
          </ac:spMkLst>
        </pc:spChg>
        <pc:spChg chg="add del">
          <ac:chgData name="Renan Xavier Cortes" userId="d6af805853004405" providerId="LiveId" clId="{6CBA8CAD-390F-4A11-B907-BBB4B6E0B449}" dt="2026-01-21T19:44:44.857" v="2025" actId="478"/>
          <ac:spMkLst>
            <pc:docMk/>
            <pc:sldMk cId="1218368481" sldId="270"/>
            <ac:spMk id="6" creationId="{5DA31ED7-3101-E188-86DD-5907439477B8}"/>
          </ac:spMkLst>
        </pc:spChg>
        <pc:spChg chg="del">
          <ac:chgData name="Renan Xavier Cortes" userId="d6af805853004405" providerId="LiveId" clId="{6CBA8CAD-390F-4A11-B907-BBB4B6E0B449}" dt="2026-01-21T19:44:19.710" v="2022" actId="478"/>
          <ac:spMkLst>
            <pc:docMk/>
            <pc:sldMk cId="1218368481" sldId="270"/>
            <ac:spMk id="8" creationId="{39AE06C5-34BE-4D68-97C3-4C07702C2DF6}"/>
          </ac:spMkLst>
        </pc:spChg>
        <pc:spChg chg="add mod">
          <ac:chgData name="Renan Xavier Cortes" userId="d6af805853004405" providerId="LiveId" clId="{6CBA8CAD-390F-4A11-B907-BBB4B6E0B449}" dt="2026-01-21T19:44:51.612" v="2027" actId="14100"/>
          <ac:spMkLst>
            <pc:docMk/>
            <pc:sldMk cId="1218368481" sldId="270"/>
            <ac:spMk id="9" creationId="{8D99C18C-4384-15B5-AE25-CA173BF5FF2A}"/>
          </ac:spMkLst>
        </pc:spChg>
        <pc:picChg chg="add mod">
          <ac:chgData name="Renan Xavier Cortes" userId="d6af805853004405" providerId="LiveId" clId="{6CBA8CAD-390F-4A11-B907-BBB4B6E0B449}" dt="2026-01-21T20:09:57.973" v="2038" actId="1076"/>
          <ac:picMkLst>
            <pc:docMk/>
            <pc:sldMk cId="1218368481" sldId="270"/>
            <ac:picMk id="11" creationId="{61149965-3367-6BC9-6804-26C7F2A938B0}"/>
          </ac:picMkLst>
        </pc:picChg>
      </pc:sldChg>
      <pc:sldChg chg="addSp modSp add mod modAnim">
        <pc:chgData name="Renan Xavier Cortes" userId="d6af805853004405" providerId="LiveId" clId="{6CBA8CAD-390F-4A11-B907-BBB4B6E0B449}" dt="2026-01-21T21:00:44.298" v="2266"/>
        <pc:sldMkLst>
          <pc:docMk/>
          <pc:sldMk cId="4045846075" sldId="271"/>
        </pc:sldMkLst>
        <pc:spChg chg="mod">
          <ac:chgData name="Renan Xavier Cortes" userId="d6af805853004405" providerId="LiveId" clId="{6CBA8CAD-390F-4A11-B907-BBB4B6E0B449}" dt="2026-01-21T20:37:36.926" v="2124" actId="20577"/>
          <ac:spMkLst>
            <pc:docMk/>
            <pc:sldMk cId="4045846075" sldId="271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48:01.809" v="2132" actId="404"/>
          <ac:spMkLst>
            <pc:docMk/>
            <pc:sldMk cId="4045846075" sldId="271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20:47:25.028" v="2126" actId="1076"/>
          <ac:picMkLst>
            <pc:docMk/>
            <pc:sldMk cId="4045846075" sldId="271"/>
            <ac:picMk id="6" creationId="{CB9F02F1-AFED-6149-90A3-CE7F1933A876}"/>
          </ac:picMkLst>
        </pc:picChg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183140782" sldId="272"/>
        </pc:sldMkLst>
      </pc:sldChg>
      <pc:sldChg chg="add del">
        <pc:chgData name="Renan Xavier Cortes" userId="d6af805853004405" providerId="LiveId" clId="{6CBA8CAD-390F-4A11-B907-BBB4B6E0B449}" dt="2026-01-21T20:50:53.056" v="2195" actId="47"/>
        <pc:sldMkLst>
          <pc:docMk/>
          <pc:sldMk cId="4037360461" sldId="273"/>
        </pc:sldMkLst>
      </pc:sldChg>
      <pc:sldChg chg="addSp delSp modSp add mod modAnim">
        <pc:chgData name="Renan Xavier Cortes" userId="d6af805853004405" providerId="LiveId" clId="{6CBA8CAD-390F-4A11-B907-BBB4B6E0B449}" dt="2026-01-21T20:59:49.591" v="2259" actId="1076"/>
        <pc:sldMkLst>
          <pc:docMk/>
          <pc:sldMk cId="2090754589" sldId="274"/>
        </pc:sldMkLst>
        <pc:spChg chg="mod">
          <ac:chgData name="Renan Xavier Cortes" userId="d6af805853004405" providerId="LiveId" clId="{6CBA8CAD-390F-4A11-B907-BBB4B6E0B449}" dt="2026-01-21T18:25:04.051" v="1202" actId="20577"/>
          <ac:spMkLst>
            <pc:docMk/>
            <pc:sldMk cId="2090754589" sldId="27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18:25:36.776" v="1227" actId="1076"/>
          <ac:spMkLst>
            <pc:docMk/>
            <pc:sldMk cId="2090754589" sldId="274"/>
            <ac:spMk id="5" creationId="{958B68E6-C144-5060-CA7D-7C17FE22680B}"/>
          </ac:spMkLst>
        </pc:spChg>
        <pc:spChg chg="mod">
          <ac:chgData name="Renan Xavier Cortes" userId="d6af805853004405" providerId="LiveId" clId="{6CBA8CAD-390F-4A11-B907-BBB4B6E0B449}" dt="2026-01-21T20:59:49.591" v="2259" actId="1076"/>
          <ac:spMkLst>
            <pc:docMk/>
            <pc:sldMk cId="2090754589" sldId="274"/>
            <ac:spMk id="8" creationId="{39AE06C5-34BE-4D68-97C3-4C07702C2DF6}"/>
          </ac:spMkLst>
        </pc:spChg>
        <pc:picChg chg="add mod">
          <ac:chgData name="Renan Xavier Cortes" userId="d6af805853004405" providerId="LiveId" clId="{6CBA8CAD-390F-4A11-B907-BBB4B6E0B449}" dt="2026-01-21T18:27:25.221" v="1239" actId="1076"/>
          <ac:picMkLst>
            <pc:docMk/>
            <pc:sldMk cId="2090754589" sldId="274"/>
            <ac:picMk id="9" creationId="{71F18501-07D0-A985-61D0-917B8E1DCA38}"/>
          </ac:picMkLst>
        </pc:picChg>
        <pc:picChg chg="add mod">
          <ac:chgData name="Renan Xavier Cortes" userId="d6af805853004405" providerId="LiveId" clId="{6CBA8CAD-390F-4A11-B907-BBB4B6E0B449}" dt="2026-01-21T18:27:18.724" v="1236" actId="1076"/>
          <ac:picMkLst>
            <pc:docMk/>
            <pc:sldMk cId="2090754589" sldId="274"/>
            <ac:picMk id="11" creationId="{2D7DA205-FD4F-B71E-2F8B-352FF373538B}"/>
          </ac:picMkLst>
        </pc:picChg>
        <pc:picChg chg="add del">
          <ac:chgData name="Renan Xavier Cortes" userId="d6af805853004405" providerId="LiveId" clId="{6CBA8CAD-390F-4A11-B907-BBB4B6E0B449}" dt="2026-01-21T18:35:43.594" v="1254" actId="478"/>
          <ac:picMkLst>
            <pc:docMk/>
            <pc:sldMk cId="2090754589" sldId="274"/>
            <ac:picMk id="13" creationId="{3998EFE2-B89E-DC76-D434-88376055E068}"/>
          </ac:picMkLst>
        </pc:picChg>
      </pc:sldChg>
      <pc:sldChg chg="delSp modSp add mod">
        <pc:chgData name="Renan Xavier Cortes" userId="d6af805853004405" providerId="LiveId" clId="{6CBA8CAD-390F-4A11-B907-BBB4B6E0B449}" dt="2026-01-21T20:59:53.464" v="2260" actId="1076"/>
        <pc:sldMkLst>
          <pc:docMk/>
          <pc:sldMk cId="3791482239" sldId="275"/>
        </pc:sldMkLst>
        <pc:spChg chg="mod">
          <ac:chgData name="Renan Xavier Cortes" userId="d6af805853004405" providerId="LiveId" clId="{6CBA8CAD-390F-4A11-B907-BBB4B6E0B449}" dt="2026-01-21T20:59:53.464" v="2260" actId="1076"/>
          <ac:spMkLst>
            <pc:docMk/>
            <pc:sldMk cId="3791482239" sldId="275"/>
            <ac:spMk id="8" creationId="{39AE06C5-34BE-4D68-97C3-4C07702C2DF6}"/>
          </ac:spMkLst>
        </pc:spChg>
        <pc:picChg chg="del">
          <ac:chgData name="Renan Xavier Cortes" userId="d6af805853004405" providerId="LiveId" clId="{6CBA8CAD-390F-4A11-B907-BBB4B6E0B449}" dt="2026-01-21T18:35:37.826" v="1252" actId="478"/>
          <ac:picMkLst>
            <pc:docMk/>
            <pc:sldMk cId="3791482239" sldId="275"/>
            <ac:picMk id="11" creationId="{2D7DA205-FD4F-B71E-2F8B-352FF373538B}"/>
          </ac:picMkLst>
        </pc:picChg>
        <pc:picChg chg="mod">
          <ac:chgData name="Renan Xavier Cortes" userId="d6af805853004405" providerId="LiveId" clId="{6CBA8CAD-390F-4A11-B907-BBB4B6E0B449}" dt="2026-01-21T18:35:40.892" v="1253" actId="1076"/>
          <ac:picMkLst>
            <pc:docMk/>
            <pc:sldMk cId="3791482239" sldId="275"/>
            <ac:picMk id="13" creationId="{3998EFE2-B89E-DC76-D434-88376055E068}"/>
          </ac:picMkLst>
        </pc:picChg>
      </pc:sldChg>
      <pc:sldChg chg="addSp modSp add mod modAnim">
        <pc:chgData name="Renan Xavier Cortes" userId="d6af805853004405" providerId="LiveId" clId="{6CBA8CAD-390F-4A11-B907-BBB4B6E0B449}" dt="2026-01-21T20:58:56.682" v="2252" actId="1076"/>
        <pc:sldMkLst>
          <pc:docMk/>
          <pc:sldMk cId="3446963972" sldId="276"/>
        </pc:sldMkLst>
        <pc:spChg chg="mod">
          <ac:chgData name="Renan Xavier Cortes" userId="d6af805853004405" providerId="LiveId" clId="{6CBA8CAD-390F-4A11-B907-BBB4B6E0B449}" dt="2026-01-21T20:58:53.820" v="2251" actId="1076"/>
          <ac:spMkLst>
            <pc:docMk/>
            <pc:sldMk cId="3446963972" sldId="276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8:46:47.975" v="1328"/>
          <ac:spMkLst>
            <pc:docMk/>
            <pc:sldMk cId="3446963972" sldId="276"/>
            <ac:spMk id="5" creationId="{7691A13F-E63A-E81C-7615-4E1B9C8F089B}"/>
          </ac:spMkLst>
        </pc:spChg>
        <pc:spChg chg="add">
          <ac:chgData name="Renan Xavier Cortes" userId="d6af805853004405" providerId="LiveId" clId="{6CBA8CAD-390F-4A11-B907-BBB4B6E0B449}" dt="2026-01-21T18:46:56.495" v="1331"/>
          <ac:spMkLst>
            <pc:docMk/>
            <pc:sldMk cId="3446963972" sldId="276"/>
            <ac:spMk id="6" creationId="{B9CD3EB6-CF63-45D7-8877-1B8884B44136}"/>
          </ac:spMkLst>
        </pc:spChg>
        <pc:spChg chg="mod">
          <ac:chgData name="Renan Xavier Cortes" userId="d6af805853004405" providerId="LiveId" clId="{6CBA8CAD-390F-4A11-B907-BBB4B6E0B449}" dt="2026-01-21T20:58:56.682" v="2252" actId="1076"/>
          <ac:spMkLst>
            <pc:docMk/>
            <pc:sldMk cId="3446963972" sldId="276"/>
            <ac:spMk id="8" creationId="{39AE06C5-34BE-4D68-97C3-4C07702C2DF6}"/>
          </ac:spMkLst>
        </pc:spChg>
        <pc:spChg chg="add">
          <ac:chgData name="Renan Xavier Cortes" userId="d6af805853004405" providerId="LiveId" clId="{6CBA8CAD-390F-4A11-B907-BBB4B6E0B449}" dt="2026-01-21T18:48:07.452" v="1348"/>
          <ac:spMkLst>
            <pc:docMk/>
            <pc:sldMk cId="3446963972" sldId="276"/>
            <ac:spMk id="9" creationId="{7BD61162-0455-46D7-6582-B08A63E293A9}"/>
          </ac:spMkLst>
        </pc:spChg>
        <pc:spChg chg="add mod">
          <ac:chgData name="Renan Xavier Cortes" userId="d6af805853004405" providerId="LiveId" clId="{6CBA8CAD-390F-4A11-B907-BBB4B6E0B449}" dt="2026-01-21T19:20:03.944" v="1876" actId="122"/>
          <ac:spMkLst>
            <pc:docMk/>
            <pc:sldMk cId="3446963972" sldId="276"/>
            <ac:spMk id="10" creationId="{5ED500D4-496C-7599-2503-D51C1F16CA97}"/>
          </ac:spMkLst>
        </pc:spChg>
      </pc:sldChg>
      <pc:sldChg chg="addSp delSp modSp add mod delAnim">
        <pc:chgData name="Renan Xavier Cortes" userId="d6af805853004405" providerId="LiveId" clId="{6CBA8CAD-390F-4A11-B907-BBB4B6E0B449}" dt="2026-01-21T20:59:04.449" v="2254" actId="1076"/>
        <pc:sldMkLst>
          <pc:docMk/>
          <pc:sldMk cId="3536810104" sldId="277"/>
        </pc:sldMkLst>
        <pc:spChg chg="mod">
          <ac:chgData name="Renan Xavier Cortes" userId="d6af805853004405" providerId="LiveId" clId="{6CBA8CAD-390F-4A11-B907-BBB4B6E0B449}" dt="2026-01-21T20:59:01.719" v="2253" actId="1076"/>
          <ac:spMkLst>
            <pc:docMk/>
            <pc:sldMk cId="3536810104" sldId="277"/>
            <ac:spMk id="4" creationId="{4B84190D-BF19-CEFE-E86D-F0B0EBBA7C0B}"/>
          </ac:spMkLst>
        </pc:spChg>
        <pc:spChg chg="add">
          <ac:chgData name="Renan Xavier Cortes" userId="d6af805853004405" providerId="LiveId" clId="{6CBA8CAD-390F-4A11-B907-BBB4B6E0B449}" dt="2026-01-21T19:19:04.508" v="1845"/>
          <ac:spMkLst>
            <pc:docMk/>
            <pc:sldMk cId="3536810104" sldId="277"/>
            <ac:spMk id="5" creationId="{F614520D-A0CA-F6FB-739F-3A18BD793D0D}"/>
          </ac:spMkLst>
        </pc:spChg>
        <pc:spChg chg="mod">
          <ac:chgData name="Renan Xavier Cortes" userId="d6af805853004405" providerId="LiveId" clId="{6CBA8CAD-390F-4A11-B907-BBB4B6E0B449}" dt="2026-01-21T20:59:04.449" v="2254" actId="1076"/>
          <ac:spMkLst>
            <pc:docMk/>
            <pc:sldMk cId="3536810104" sldId="277"/>
            <ac:spMk id="8" creationId="{39AE06C5-34BE-4D68-97C3-4C07702C2DF6}"/>
          </ac:spMkLst>
        </pc:spChg>
        <pc:spChg chg="del">
          <ac:chgData name="Renan Xavier Cortes" userId="d6af805853004405" providerId="LiveId" clId="{6CBA8CAD-390F-4A11-B907-BBB4B6E0B449}" dt="2026-01-21T19:21:22.622" v="1907" actId="478"/>
          <ac:spMkLst>
            <pc:docMk/>
            <pc:sldMk cId="3536810104" sldId="277"/>
            <ac:spMk id="10" creationId="{5ED500D4-496C-7599-2503-D51C1F16CA97}"/>
          </ac:spMkLst>
        </pc:spChg>
      </pc:sldChg>
      <pc:sldChg chg="addSp delSp modSp add mod">
        <pc:chgData name="Renan Xavier Cortes" userId="d6af805853004405" providerId="LiveId" clId="{6CBA8CAD-390F-4A11-B907-BBB4B6E0B449}" dt="2026-01-21T20:59:12.468" v="2255" actId="1076"/>
        <pc:sldMkLst>
          <pc:docMk/>
          <pc:sldMk cId="3805335353" sldId="278"/>
        </pc:sldMkLst>
        <pc:spChg chg="del">
          <ac:chgData name="Renan Xavier Cortes" userId="d6af805853004405" providerId="LiveId" clId="{6CBA8CAD-390F-4A11-B907-BBB4B6E0B449}" dt="2026-01-21T19:23:53.939" v="1927" actId="478"/>
          <ac:spMkLst>
            <pc:docMk/>
            <pc:sldMk cId="3805335353" sldId="278"/>
            <ac:spMk id="4" creationId="{4B84190D-BF19-CEFE-E86D-F0B0EBBA7C0B}"/>
          </ac:spMkLst>
        </pc:spChg>
        <pc:spChg chg="mod">
          <ac:chgData name="Renan Xavier Cortes" userId="d6af805853004405" providerId="LiveId" clId="{6CBA8CAD-390F-4A11-B907-BBB4B6E0B449}" dt="2026-01-21T20:59:12.468" v="2255" actId="1076"/>
          <ac:spMkLst>
            <pc:docMk/>
            <pc:sldMk cId="3805335353" sldId="278"/>
            <ac:spMk id="8" creationId="{39AE06C5-34BE-4D68-97C3-4C07702C2DF6}"/>
          </ac:spMkLst>
        </pc:spChg>
        <pc:picChg chg="add del">
          <ac:chgData name="Renan Xavier Cortes" userId="d6af805853004405" providerId="LiveId" clId="{6CBA8CAD-390F-4A11-B907-BBB4B6E0B449}" dt="2026-01-21T19:24:04.582" v="1929" actId="478"/>
          <ac:picMkLst>
            <pc:docMk/>
            <pc:sldMk cId="3805335353" sldId="278"/>
            <ac:picMk id="6" creationId="{921C0E59-AD89-ECC2-F222-142CFE50CC44}"/>
          </ac:picMkLst>
        </pc:picChg>
        <pc:picChg chg="add del mod">
          <ac:chgData name="Renan Xavier Cortes" userId="d6af805853004405" providerId="LiveId" clId="{6CBA8CAD-390F-4A11-B907-BBB4B6E0B449}" dt="2026-01-21T19:24:16.562" v="1932" actId="478"/>
          <ac:picMkLst>
            <pc:docMk/>
            <pc:sldMk cId="3805335353" sldId="278"/>
            <ac:picMk id="10" creationId="{6D158DB3-BBDB-4290-7B5E-041896ED57D7}"/>
          </ac:picMkLst>
        </pc:picChg>
        <pc:picChg chg="add mod">
          <ac:chgData name="Renan Xavier Cortes" userId="d6af805853004405" providerId="LiveId" clId="{6CBA8CAD-390F-4A11-B907-BBB4B6E0B449}" dt="2026-01-21T19:24:25.804" v="1936" actId="1076"/>
          <ac:picMkLst>
            <pc:docMk/>
            <pc:sldMk cId="3805335353" sldId="278"/>
            <ac:picMk id="12" creationId="{D1D61B3D-F04A-A328-6D7E-B6112CFC8500}"/>
          </ac:picMkLst>
        </pc:picChg>
      </pc:sldChg>
      <pc:sldChg chg="add del">
        <pc:chgData name="Renan Xavier Cortes" userId="d6af805853004405" providerId="LiveId" clId="{6CBA8CAD-390F-4A11-B907-BBB4B6E0B449}" dt="2026-01-21T20:14:07.365" v="2065" actId="47"/>
        <pc:sldMkLst>
          <pc:docMk/>
          <pc:sldMk cId="3848419073" sldId="279"/>
        </pc:sldMkLst>
      </pc:sldChg>
      <pc:sldChg chg="addSp delSp modSp add mod modAnim">
        <pc:chgData name="Renan Xavier Cortes" userId="d6af805853004405" providerId="LiveId" clId="{6CBA8CAD-390F-4A11-B907-BBB4B6E0B449}" dt="2026-01-21T21:00:32.127" v="2262"/>
        <pc:sldMkLst>
          <pc:docMk/>
          <pc:sldMk cId="1732088967" sldId="280"/>
        </pc:sldMkLst>
        <pc:picChg chg="add mod">
          <ac:chgData name="Renan Xavier Cortes" userId="d6af805853004405" providerId="LiveId" clId="{6CBA8CAD-390F-4A11-B907-BBB4B6E0B449}" dt="2026-01-21T20:10:30.304" v="2048" actId="1076"/>
          <ac:picMkLst>
            <pc:docMk/>
            <pc:sldMk cId="1732088967" sldId="280"/>
            <ac:picMk id="8" creationId="{AEF69BF5-D37C-4474-57A7-A57534FDD6C4}"/>
          </ac:picMkLst>
        </pc:picChg>
        <pc:picChg chg="del">
          <ac:chgData name="Renan Xavier Cortes" userId="d6af805853004405" providerId="LiveId" clId="{6CBA8CAD-390F-4A11-B907-BBB4B6E0B449}" dt="2026-01-21T20:10:25.088" v="2043" actId="478"/>
          <ac:picMkLst>
            <pc:docMk/>
            <pc:sldMk cId="1732088967" sldId="280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5.081" v="2263"/>
        <pc:sldMkLst>
          <pc:docMk/>
          <pc:sldMk cId="1675466683" sldId="281"/>
        </pc:sldMkLst>
        <pc:picChg chg="add mod">
          <ac:chgData name="Renan Xavier Cortes" userId="d6af805853004405" providerId="LiveId" clId="{6CBA8CAD-390F-4A11-B907-BBB4B6E0B449}" dt="2026-01-21T20:10:41.842" v="2053" actId="1076"/>
          <ac:picMkLst>
            <pc:docMk/>
            <pc:sldMk cId="1675466683" sldId="281"/>
            <ac:picMk id="8" creationId="{0CEA26AE-0683-B67F-BC37-373D3160DC2B}"/>
          </ac:picMkLst>
        </pc:picChg>
        <pc:picChg chg="del">
          <ac:chgData name="Renan Xavier Cortes" userId="d6af805853004405" providerId="LiveId" clId="{6CBA8CAD-390F-4A11-B907-BBB4B6E0B449}" dt="2026-01-21T20:10:39.109" v="2049" actId="478"/>
          <ac:picMkLst>
            <pc:docMk/>
            <pc:sldMk cId="1675466683" sldId="281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39.070" v="2264"/>
        <pc:sldMkLst>
          <pc:docMk/>
          <pc:sldMk cId="394495569" sldId="282"/>
        </pc:sldMkLst>
        <pc:picChg chg="add mod">
          <ac:chgData name="Renan Xavier Cortes" userId="d6af805853004405" providerId="LiveId" clId="{6CBA8CAD-390F-4A11-B907-BBB4B6E0B449}" dt="2026-01-21T20:10:49.139" v="2058" actId="1076"/>
          <ac:picMkLst>
            <pc:docMk/>
            <pc:sldMk cId="394495569" sldId="282"/>
            <ac:picMk id="8" creationId="{B1CCA7E3-218E-F179-62AE-8328EF43C48D}"/>
          </ac:picMkLst>
        </pc:picChg>
        <pc:picChg chg="del">
          <ac:chgData name="Renan Xavier Cortes" userId="d6af805853004405" providerId="LiveId" clId="{6CBA8CAD-390F-4A11-B907-BBB4B6E0B449}" dt="2026-01-21T20:10:46.609" v="2054" actId="478"/>
          <ac:picMkLst>
            <pc:docMk/>
            <pc:sldMk cId="394495569" sldId="282"/>
            <ac:picMk id="11" creationId="{61149965-3367-6BC9-6804-26C7F2A938B0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1.723" v="2265"/>
        <pc:sldMkLst>
          <pc:docMk/>
          <pc:sldMk cId="1551874195" sldId="283"/>
        </pc:sldMkLst>
        <pc:picChg chg="del">
          <ac:chgData name="Renan Xavier Cortes" userId="d6af805853004405" providerId="LiveId" clId="{6CBA8CAD-390F-4A11-B907-BBB4B6E0B449}" dt="2026-01-21T20:11:11.233" v="2060" actId="478"/>
          <ac:picMkLst>
            <pc:docMk/>
            <pc:sldMk cId="1551874195" sldId="283"/>
            <ac:picMk id="8" creationId="{B1CCA7E3-218E-F179-62AE-8328EF43C48D}"/>
          </ac:picMkLst>
        </pc:picChg>
        <pc:picChg chg="add del mod">
          <ac:chgData name="Renan Xavier Cortes" userId="d6af805853004405" providerId="LiveId" clId="{6CBA8CAD-390F-4A11-B907-BBB4B6E0B449}" dt="2026-01-21T20:14:13.787" v="2066" actId="478"/>
          <ac:picMkLst>
            <pc:docMk/>
            <pc:sldMk cId="1551874195" sldId="283"/>
            <ac:picMk id="10" creationId="{F828494C-955A-760B-2AC4-9BAE7602E545}"/>
          </ac:picMkLst>
        </pc:picChg>
        <pc:picChg chg="add mod">
          <ac:chgData name="Renan Xavier Cortes" userId="d6af805853004405" providerId="LiveId" clId="{6CBA8CAD-390F-4A11-B907-BBB4B6E0B449}" dt="2026-01-21T20:14:23.924" v="2073" actId="1076"/>
          <ac:picMkLst>
            <pc:docMk/>
            <pc:sldMk cId="1551874195" sldId="283"/>
            <ac:picMk id="12" creationId="{65B2CA1E-D00D-E753-7DDF-737EC812D222}"/>
          </ac:picMkLst>
        </pc:picChg>
      </pc:sldChg>
      <pc:sldChg chg="addSp delSp modSp add mod modAnim">
        <pc:chgData name="Renan Xavier Cortes" userId="d6af805853004405" providerId="LiveId" clId="{6CBA8CAD-390F-4A11-B907-BBB4B6E0B449}" dt="2026-01-21T21:00:47.027" v="2267"/>
        <pc:sldMkLst>
          <pc:docMk/>
          <pc:sldMk cId="3855288861" sldId="284"/>
        </pc:sldMkLst>
        <pc:spChg chg="mod">
          <ac:chgData name="Renan Xavier Cortes" userId="d6af805853004405" providerId="LiveId" clId="{6CBA8CAD-390F-4A11-B907-BBB4B6E0B449}" dt="2026-01-21T20:48:23.702" v="2145" actId="20577"/>
          <ac:spMkLst>
            <pc:docMk/>
            <pc:sldMk cId="3855288861" sldId="284"/>
            <ac:spMk id="4" creationId="{4B84190D-BF19-CEFE-E86D-F0B0EBBA7C0B}"/>
          </ac:spMkLst>
        </pc:spChg>
        <pc:spChg chg="add mod">
          <ac:chgData name="Renan Xavier Cortes" userId="d6af805853004405" providerId="LiveId" clId="{6CBA8CAD-390F-4A11-B907-BBB4B6E0B449}" dt="2026-01-21T20:48:43.266" v="2153" actId="1076"/>
          <ac:spMkLst>
            <pc:docMk/>
            <pc:sldMk cId="3855288861" sldId="284"/>
            <ac:spMk id="10" creationId="{2B1F81A8-3F77-3D25-0D91-989260BBD806}"/>
          </ac:spMkLst>
        </pc:spChg>
        <pc:spChg chg="add mod">
          <ac:chgData name="Renan Xavier Cortes" userId="d6af805853004405" providerId="LiveId" clId="{6CBA8CAD-390F-4A11-B907-BBB4B6E0B449}" dt="2026-01-21T20:49:00.147" v="2168" actId="1076"/>
          <ac:spMkLst>
            <pc:docMk/>
            <pc:sldMk cId="3855288861" sldId="284"/>
            <ac:spMk id="11" creationId="{ACBE2905-AC6C-0446-21C0-36CE2B864BA5}"/>
          </ac:spMkLst>
        </pc:spChg>
        <pc:picChg chg="del">
          <ac:chgData name="Renan Xavier Cortes" userId="d6af805853004405" providerId="LiveId" clId="{6CBA8CAD-390F-4A11-B907-BBB4B6E0B449}" dt="2026-01-21T20:48:26.070" v="2146" actId="478"/>
          <ac:picMkLst>
            <pc:docMk/>
            <pc:sldMk cId="3855288861" sldId="284"/>
            <ac:picMk id="6" creationId="{CB9F02F1-AFED-6149-90A3-CE7F1933A876}"/>
          </ac:picMkLst>
        </pc:picChg>
        <pc:picChg chg="add mod">
          <ac:chgData name="Renan Xavier Cortes" userId="d6af805853004405" providerId="LiveId" clId="{6CBA8CAD-390F-4A11-B907-BBB4B6E0B449}" dt="2026-01-21T20:48:57.395" v="2167" actId="1076"/>
          <ac:picMkLst>
            <pc:docMk/>
            <pc:sldMk cId="3855288861" sldId="284"/>
            <ac:picMk id="9" creationId="{61539A83-FA7C-7AD1-70FB-ECE4DD84D297}"/>
          </ac:picMkLst>
        </pc:picChg>
        <pc:picChg chg="add mod">
          <ac:chgData name="Renan Xavier Cortes" userId="d6af805853004405" providerId="LiveId" clId="{6CBA8CAD-390F-4A11-B907-BBB4B6E0B449}" dt="2026-01-21T20:49:27.109" v="2171" actId="1076"/>
          <ac:picMkLst>
            <pc:docMk/>
            <pc:sldMk cId="3855288861" sldId="284"/>
            <ac:picMk id="13" creationId="{40652A95-1D6F-2C91-CA10-BBD91EE6FCD5}"/>
          </ac:picMkLst>
        </pc:picChg>
      </pc:sldChg>
      <pc:sldChg chg="addSp delSp modSp add del mod">
        <pc:chgData name="Renan Xavier Cortes" userId="d6af805853004405" providerId="LiveId" clId="{6CBA8CAD-390F-4A11-B907-BBB4B6E0B449}" dt="2026-01-21T20:52:43.441" v="2205" actId="47"/>
        <pc:sldMkLst>
          <pc:docMk/>
          <pc:sldMk cId="675104871" sldId="285"/>
        </pc:sldMkLst>
        <pc:spChg chg="mod">
          <ac:chgData name="Renan Xavier Cortes" userId="d6af805853004405" providerId="LiveId" clId="{6CBA8CAD-390F-4A11-B907-BBB4B6E0B449}" dt="2026-01-21T20:49:49.525" v="2189" actId="20577"/>
          <ac:spMkLst>
            <pc:docMk/>
            <pc:sldMk cId="675104871" sldId="285"/>
            <ac:spMk id="4" creationId="{4B84190D-BF19-CEFE-E86D-F0B0EBBA7C0B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0" creationId="{2B1F81A8-3F77-3D25-0D91-989260BBD806}"/>
          </ac:spMkLst>
        </pc:spChg>
        <pc:spChg chg="del">
          <ac:chgData name="Renan Xavier Cortes" userId="d6af805853004405" providerId="LiveId" clId="{6CBA8CAD-390F-4A11-B907-BBB4B6E0B449}" dt="2026-01-21T20:49:53.812" v="2192" actId="478"/>
          <ac:spMkLst>
            <pc:docMk/>
            <pc:sldMk cId="675104871" sldId="285"/>
            <ac:spMk id="11" creationId="{ACBE2905-AC6C-0446-21C0-36CE2B864BA5}"/>
          </ac:spMkLst>
        </pc:spChg>
        <pc:picChg chg="add del mod">
          <ac:chgData name="Renan Xavier Cortes" userId="d6af805853004405" providerId="LiveId" clId="{6CBA8CAD-390F-4A11-B907-BBB4B6E0B449}" dt="2026-01-21T20:52:20.405" v="2197" actId="478"/>
          <ac:picMkLst>
            <pc:docMk/>
            <pc:sldMk cId="675104871" sldId="285"/>
            <ac:picMk id="6" creationId="{96B5210F-1605-9FC7-8E4A-D66BA6A8C835}"/>
          </ac:picMkLst>
        </pc:picChg>
        <pc:picChg chg="del">
          <ac:chgData name="Renan Xavier Cortes" userId="d6af805853004405" providerId="LiveId" clId="{6CBA8CAD-390F-4A11-B907-BBB4B6E0B449}" dt="2026-01-21T20:49:51.683" v="2190" actId="478"/>
          <ac:picMkLst>
            <pc:docMk/>
            <pc:sldMk cId="675104871" sldId="285"/>
            <ac:picMk id="9" creationId="{61539A83-FA7C-7AD1-70FB-ECE4DD84D297}"/>
          </ac:picMkLst>
        </pc:picChg>
        <pc:picChg chg="del">
          <ac:chgData name="Renan Xavier Cortes" userId="d6af805853004405" providerId="LiveId" clId="{6CBA8CAD-390F-4A11-B907-BBB4B6E0B449}" dt="2026-01-21T20:49:52.623" v="2191" actId="478"/>
          <ac:picMkLst>
            <pc:docMk/>
            <pc:sldMk cId="675104871" sldId="285"/>
            <ac:picMk id="13" creationId="{40652A95-1D6F-2C91-CA10-BBD91EE6FCD5}"/>
          </ac:picMkLst>
        </pc:picChg>
      </pc:sldChg>
      <pc:sldChg chg="add modAnim">
        <pc:chgData name="Renan Xavier Cortes" userId="d6af805853004405" providerId="LiveId" clId="{6CBA8CAD-390F-4A11-B907-BBB4B6E0B449}" dt="2026-01-21T21:00:53.358" v="2269"/>
        <pc:sldMkLst>
          <pc:docMk/>
          <pc:sldMk cId="2773026186" sldId="286"/>
        </pc:sldMkLst>
      </pc:sldChg>
      <pc:sldChg chg="addSp delSp modSp add mod modAnim">
        <pc:chgData name="Renan Xavier Cortes" userId="d6af805853004405" providerId="LiveId" clId="{6CBA8CAD-390F-4A11-B907-BBB4B6E0B449}" dt="2026-01-21T21:00:49.455" v="2268"/>
        <pc:sldMkLst>
          <pc:docMk/>
          <pc:sldMk cId="623748094" sldId="287"/>
        </pc:sldMkLst>
        <pc:spChg chg="add mod">
          <ac:chgData name="Renan Xavier Cortes" userId="d6af805853004405" providerId="LiveId" clId="{6CBA8CAD-390F-4A11-B907-BBB4B6E0B449}" dt="2026-01-21T20:54:01.600" v="2250" actId="1076"/>
          <ac:spMkLst>
            <pc:docMk/>
            <pc:sldMk cId="623748094" sldId="287"/>
            <ac:spMk id="10" creationId="{0501C3D0-1DF0-41AE-C64F-7EABA969E7F3}"/>
          </ac:spMkLst>
        </pc:spChg>
        <pc:picChg chg="del">
          <ac:chgData name="Renan Xavier Cortes" userId="d6af805853004405" providerId="LiveId" clId="{6CBA8CAD-390F-4A11-B907-BBB4B6E0B449}" dt="2026-01-21T20:52:26.148" v="2199" actId="478"/>
          <ac:picMkLst>
            <pc:docMk/>
            <pc:sldMk cId="623748094" sldId="287"/>
            <ac:picMk id="6" creationId="{96B5210F-1605-9FC7-8E4A-D66BA6A8C835}"/>
          </ac:picMkLst>
        </pc:picChg>
        <pc:picChg chg="add mod">
          <ac:chgData name="Renan Xavier Cortes" userId="d6af805853004405" providerId="LiveId" clId="{6CBA8CAD-390F-4A11-B907-BBB4B6E0B449}" dt="2026-01-21T20:53:20.353" v="2208" actId="1076"/>
          <ac:picMkLst>
            <pc:docMk/>
            <pc:sldMk cId="623748094" sldId="287"/>
            <ac:picMk id="9" creationId="{F0AE4C95-B2E5-AD75-C8DB-CA9623F29141}"/>
          </ac:picMkLst>
        </pc:picChg>
        <pc:picChg chg="add del mod">
          <ac:chgData name="Renan Xavier Cortes" userId="d6af805853004405" providerId="LiveId" clId="{6CBA8CAD-390F-4A11-B907-BBB4B6E0B449}" dt="2026-01-21T20:53:15.846" v="2206" actId="478"/>
          <ac:picMkLst>
            <pc:docMk/>
            <pc:sldMk cId="623748094" sldId="287"/>
            <ac:picMk id="18434" creationId="{E52C266A-D0DB-93C1-2C72-A4F92F13BCD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F8303-3E6A-4B9A-B114-90BC24763552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C88D93-34D3-419D-AEF5-A26FFAFED38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318480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32140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58209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20855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15186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1090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92670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2888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654328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14412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5116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136101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53738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56918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1120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79886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7413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573141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7091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1723927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45395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76632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0927806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704198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09676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C88D93-34D3-419D-AEF5-A26FFAFED389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465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F1A-6080-4971-A33A-95DF4E2C1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C7BBF8-A856-4691-86E9-61C95CD783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DFDF215-E0F5-4E53-AFCC-DD74CE948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2EECCCF-D57C-4E63-90AC-F37211C0B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0CD0B4D-A53B-4ED2-9A41-D4FC842790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4752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AB0EEA-4F78-4E38-9ED2-DD5AF7550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B7117B-6FD5-4FBE-9BE2-CB00353D1E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C21908-9106-40EE-9D59-7FE2DEE7B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E890C1E-550B-4128-A365-102682BCF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E3C078F-A828-40D5-A573-CA8EDC845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47473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13BA94-E44D-4113-AB97-76F7ABA108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7903A6-EF30-44F9-88BA-82E7E926C0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6D12E0A-92EE-4787-8D04-1615ACA0D5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6E9A5D4-A7CD-4E3F-AE31-CA24C20CDB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C2A0D66-07D3-4854-B32E-832F2E2183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12717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05934C-0EDE-4057-BE6C-235C6077CF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9C426AF-CEA6-4BDE-96F1-3CF3A57A82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0770036-7E06-441B-9252-F2808F5CD6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526713C-5551-4039-BBDD-7AAB6A604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E64C2AE-FE0D-4A45-AD21-6FCABBCF5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F31E159-EE6F-4E08-A5B9-CD9707D5A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899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364D24-94F1-4728-81BD-3B6331D49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E0AED82-79E6-4099-8FF4-42649D89DA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B98FE2C-3ABE-4031-9129-CF7C9F7EFE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06113761-E86A-43EA-A9A3-750006308C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CEE22E0D-C9AF-4309-8053-9249474CD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E43D3C56-41B0-422A-A943-B4EA7F9D3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C26DBC2-3AB1-49A5-8631-0CB38290F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5F1EEBF-72E9-480C-B6A8-3609ADF1D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1765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7093A-EACA-4917-B9E7-FECB3B6F8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E60EE8-DBED-4911-90A1-50437C091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9F8ECA24-10A4-4B51-B723-02B8B1DBA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B8F9ADD-BBF7-41C6-A202-5B264A42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92475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C513048-08F8-4883-9EA5-1E7B6CCB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0C5399C3-67BB-4737-8C27-29F84E03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DB27110-BB70-4555-BBAC-6ACBE33F8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15101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C99EFBA-78F4-450C-92DB-9201AD1D8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C31438-A0E9-47F4-837F-1A6FDF8B3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1E379A0-52DC-45C9-A2AE-71834F8A85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BAE1890-0E67-4F76-8EFC-E9CA29D7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B847BF3-0E6B-47A4-8A7F-1AAFE8DB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BCAFA31-F597-4185-A24F-BB0C97C86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94008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29B7317-23BB-4E76-825A-3673A7017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8043038B-B844-4BDD-8294-B4014D052C1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FF181FB-BAE0-425C-9A4E-B829AEC2C0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6A63716-0CEB-4049-86D9-B070FB9D6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E949B01-B8E0-4DDC-9830-7F85F3E95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A52E4E6-64E5-45E0-91BC-5ACF099872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667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70216F-B8DE-46CC-96B5-D27A51CC6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F2720DD-91FF-4D7E-9FFA-BC396519BA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DDBDF20-FCA5-4827-B32B-BF615E94F9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82B8FE-20B3-4543-BF01-B49FDA7BB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9FD039-C296-45D4-B0F9-9D693AC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758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060417A-1345-44E5-9494-1F390040F1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EE643A3-BCAB-4E6B-B54F-CFF16EC5E1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4B49B7-665F-4BDD-A62C-828FCF54E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0D7CB32-49A2-409E-AC2E-CAAD16A58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8D66B1A-67AB-47F4-A2BF-62E81C6F2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71038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3D1743C5-3550-4161-8C2E-999F18D2B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8512811-F0AC-47D3-A496-FF7F3F32E8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C5DA4EB-2FEF-438C-8FB9-E48B1F950C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CE400-4242-4B09-9036-D13CC6199FDE}" type="datetimeFigureOut">
              <a:rPr lang="pt-BR" smtClean="0"/>
              <a:t>26/01/2026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6CDAF4-4CC6-4E3B-B309-E38CAC19A4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AEC0242-51F6-4031-8024-8A8EE0CB48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4934F0-2ECC-450F-858C-77C3308FCEC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89927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jpe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5.png"/><Relationship Id="rId4" Type="http://schemas.openxmlformats.org/officeDocument/2006/relationships/image" Target="../media/image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6BAB02-4578-42EC-A9FB-F44468970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Autofit/>
          </a:bodyPr>
          <a:lstStyle/>
          <a:p>
            <a:r>
              <a:rPr lang="pt-BR" b="1" dirty="0">
                <a:solidFill>
                  <a:srgbClr val="002060"/>
                </a:solidFill>
                <a:latin typeface="Arial Nova" panose="020B0604020202020204" pitchFamily="34" charset="0"/>
                <a:cs typeface="Aparajita" panose="020B0502040204020203" pitchFamily="18" charset="0"/>
              </a:rPr>
              <a:t>MAT02201 – Métodos Estatísticos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24682F1-DCA0-4D32-9C18-17426E59B2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b="1" dirty="0">
                <a:solidFill>
                  <a:schemeClr val="accent5">
                    <a:lumMod val="50000"/>
                  </a:schemeClr>
                </a:solidFill>
              </a:rPr>
              <a:t>Prof. Renan Xavier Cortes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D49A408B-D762-44A8-8FB9-8DC0FA83E7C6}"/>
              </a:ext>
            </a:extLst>
          </p:cNvPr>
          <p:cNvSpPr txBox="1"/>
          <p:nvPr/>
        </p:nvSpPr>
        <p:spPr>
          <a:xfrm>
            <a:off x="1826455" y="4429919"/>
            <a:ext cx="85390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Introdução à Estatística e Análise Exploratória de Dados</a:t>
            </a:r>
          </a:p>
        </p:txBody>
      </p:sp>
      <p:pic>
        <p:nvPicPr>
          <p:cNvPr id="6" name="Picture 2" descr="UFRGS na Serra | Visão de futuro e coragem para inovar">
            <a:extLst>
              <a:ext uri="{FF2B5EF4-FFF2-40B4-BE49-F238E27FC236}">
                <a16:creationId xmlns:a16="http://schemas.microsoft.com/office/drawing/2014/main" id="{4A7AADD9-77E1-D9FD-8C50-C80FC3FC39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F6889B0-5ADD-C328-CACF-DD27112D44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3773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49921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Cronograma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276323"/>
            <a:ext cx="10310191" cy="5225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Noções gerais sobre Estatística.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Alfabetização científica.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 e amostra.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Classificação de variáveis (tipologia):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nominal, ordinal; 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 e contínua.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Nível de mensuração: nominal, ordinal, intervalar e de razão.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Coleta e representação de dados (Organização): tabela e tipos de gráficos (linha, série temporal, coluna, barra e gráfico de setor/pizza).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Distribuição de frequências: histograma e Box-</a:t>
            </a:r>
            <a:r>
              <a:rPr lang="pt-BR" sz="2000" b="1" dirty="0" err="1"/>
              <a:t>Plot</a:t>
            </a:r>
            <a:r>
              <a:rPr lang="pt-BR" sz="2000" b="1" dirty="0"/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97191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Noções Gerais sobre estatística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509841"/>
            <a:ext cx="10310191" cy="1929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Estatística: ciência que coleta, organiza, analisa e interpreta dados.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Apoia a tomada de decisões em situações de incerteza.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Muito utilizada em experimentos agrícolas e zootécnicos.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produtividade de culturas, ganho de peso animal.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1823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Alfabetização Científica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2456260"/>
            <a:ext cx="10310191" cy="24042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Capacidade de interpretar dados e resultados científicos.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Compreender gráficos, tabelas e conclusões estatísticas.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Fundamental para leitura de artigos científicos em Agronomia e Zootecnia.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Evita interpretações equivocadas de resultados experimentais.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18989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População e Amostra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940904" y="1148606"/>
            <a:ext cx="10310191" cy="33404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População: conjunto total de indivíduos ou observações de interesse.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Amostra: subconjunto representativo da população.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Intuição: “Um chef de cozinha prova seu prato com uma colherada antes de servir toda a panela”.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população: todo o rebanho bovino de uma fazenda.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 de amostra: 30 animais selecionados para avaliação.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População/Amostra - Um olhar Matemático">
            <a:extLst>
              <a:ext uri="{FF2B5EF4-FFF2-40B4-BE49-F238E27FC236}">
                <a16:creationId xmlns:a16="http://schemas.microsoft.com/office/drawing/2014/main" id="{3AF06A5C-D23B-2668-9192-9EBD39416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521" y="4039193"/>
            <a:ext cx="6066958" cy="26781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B75BA797-89E6-A590-E6E0-1930AE23BE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3469" y="2767366"/>
            <a:ext cx="1876821" cy="208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92136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88496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6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99503125-E213-E8F6-DAF3-BEC6F775B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42679" y="1230457"/>
            <a:ext cx="7106642" cy="511563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4A74DC5-A696-506E-884C-C89CEEA7D8F7}"/>
              </a:ext>
            </a:extLst>
          </p:cNvPr>
          <p:cNvSpPr txBox="1"/>
          <p:nvPr/>
        </p:nvSpPr>
        <p:spPr>
          <a:xfrm>
            <a:off x="697525" y="6545893"/>
            <a:ext cx="95284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i="1" dirty="0"/>
              <a:t>Retirado de https://www.ufrgs.br/probabilidade-estatistica/slides/slides_1/1-1_Introducao.pdf</a:t>
            </a:r>
          </a:p>
        </p:txBody>
      </p:sp>
    </p:spTree>
    <p:extLst>
      <p:ext uri="{BB962C8B-B14F-4D97-AF65-F5344CB8AC3E}">
        <p14:creationId xmlns:p14="http://schemas.microsoft.com/office/powerpoint/2010/main" val="1495373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971472" y="2072894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Nominal: não possui ordem/hierarquia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raça animal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Raça A, Raça B, Raça C, etc.)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Ordinal: possui ordem/ranking/escala lógica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estágios de crescimento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Pequeno, Médio, Grande)</a:t>
            </a:r>
          </a:p>
        </p:txBody>
      </p:sp>
      <p:pic>
        <p:nvPicPr>
          <p:cNvPr id="2054" name="Picture 6" descr="RECONHECIMENTO DE NOVAS RAÇAS DEPENDE DA QUANTIDADE DE ANIMAIS EXISTENTES E  VARIA ENTRE VALIDAÇÕES – Portal Cães e Gatos">
            <a:extLst>
              <a:ext uri="{FF2B5EF4-FFF2-40B4-BE49-F238E27FC236}">
                <a16:creationId xmlns:a16="http://schemas.microsoft.com/office/drawing/2014/main" id="{9BBBB796-11B1-9E9B-9024-C023ED2770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0908" y="1781061"/>
            <a:ext cx="3293190" cy="20843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Fases Do Crescimento Da Vaca. Exploração Leiteira. Vaca De Criação.  Produção De Carne Bovina. Criação De Gado. Progressão Animada Ilustração  Stock - Ilustração de carne, projeto: 152641051">
            <a:extLst>
              <a:ext uri="{FF2B5EF4-FFF2-40B4-BE49-F238E27FC236}">
                <a16:creationId xmlns:a16="http://schemas.microsoft.com/office/drawing/2014/main" id="{750C220B-DEEE-CE57-43CB-5AB737C5E7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7975" y="4516167"/>
            <a:ext cx="5046846" cy="1551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O gado 🐂 de corte no Brasil é composto por diversas raças, cada uma com  características próprias que influenciam diretamente na produção de carne e  na pecuária como um todo. Entre as">
            <a:extLst>
              <a:ext uri="{FF2B5EF4-FFF2-40B4-BE49-F238E27FC236}">
                <a16:creationId xmlns:a16="http://schemas.microsoft.com/office/drawing/2014/main" id="{04060264-FEF9-2D28-9DF9-52482BDA4C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06003" y="1451541"/>
            <a:ext cx="1914525" cy="2390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12877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Qualitativas/Categóricas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3F14000-383F-850F-E6AA-F5007930D551}"/>
              </a:ext>
            </a:extLst>
          </p:cNvPr>
          <p:cNvSpPr txBox="1"/>
          <p:nvPr/>
        </p:nvSpPr>
        <p:spPr>
          <a:xfrm>
            <a:off x="1103819" y="1349600"/>
            <a:ext cx="10588509" cy="49964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Nominais: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cultura: Soja, Milho, Cana-de-açúcar, Café, Algodão.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Raça de gado: Nelore, Angus, Holandesa, Jersey, Brangus.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Tipo de solo: Argiloso, Arenoso, Franco.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Sistema de produção: Intensivo, Extensivo, Orgânico, Convencional.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Marca de fertilizante ou defensivo agrícola. 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Ordinais: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Intensidade de infestação de pragas: Baixa, Média, Alta.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Classificação da qualidade do fruto: Primeira, Segunda, Descarte.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maturação do fruto: Verde, Maduro, Passado.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Escore de condição corporal (bovinos): Magro, Ideal, Obeso.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Nível de severidade de doença (</a:t>
            </a:r>
            <a:r>
              <a:rPr lang="pt-BR" sz="1600" b="1" dirty="0" err="1"/>
              <a:t>ex</a:t>
            </a:r>
            <a:r>
              <a:rPr lang="pt-BR" sz="1600" b="1" dirty="0"/>
              <a:t>: ferrugem): Leve, Moderada, Severa. 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33916402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427DBFEB-81BF-4CC3-A411-FBF43D295C56}"/>
              </a:ext>
            </a:extLst>
          </p:cNvPr>
          <p:cNvSpPr txBox="1"/>
          <p:nvPr/>
        </p:nvSpPr>
        <p:spPr>
          <a:xfrm>
            <a:off x="1103819" y="2240357"/>
            <a:ext cx="9861695" cy="38277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Discretas: valores inteiros contáveis.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número de leitões por parto 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1, 2, 3, 4, ..., 14, ...)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0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Contínuas: valores em escala real.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000" b="1" dirty="0"/>
              <a:t>Exemplo: peso de animais, altura de plantas.</a:t>
            </a:r>
          </a:p>
          <a:p>
            <a:pPr lvl="1">
              <a:lnSpc>
                <a:spcPct val="150000"/>
              </a:lnSpc>
              <a:spcAft>
                <a:spcPts val="110"/>
              </a:spcAft>
            </a:pPr>
            <a:r>
              <a:rPr lang="pt-BR" sz="2000" b="1" dirty="0"/>
              <a:t>(Ex.: 12.4kg, 14.85kg, etc.)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ACCS - Associação Catarinense de Criadores de Suínos">
            <a:extLst>
              <a:ext uri="{FF2B5EF4-FFF2-40B4-BE49-F238E27FC236}">
                <a16:creationId xmlns:a16="http://schemas.microsoft.com/office/drawing/2014/main" id="{4E6A8334-909C-5345-FD38-6DE6C71617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1427235"/>
            <a:ext cx="3350837" cy="2513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Medir a Altura De Plantas De Estufa Foto de Stock - Imagem de horticultura,  caucasiano: 13189128">
            <a:extLst>
              <a:ext uri="{FF2B5EF4-FFF2-40B4-BE49-F238E27FC236}">
                <a16:creationId xmlns:a16="http://schemas.microsoft.com/office/drawing/2014/main" id="{A4619851-0E89-7971-65B8-8C06288BD4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5703" y="4379200"/>
            <a:ext cx="3350837" cy="2232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79232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Classificação de Variáveis – Quantitativas/Numéricas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49323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Discretas: outros Exemplos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frutos por planta.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animais por piquete.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</a:t>
            </a:r>
            <a:r>
              <a:rPr lang="pt-BR" sz="1600" b="1" dirty="0" err="1"/>
              <a:t>perfilhos</a:t>
            </a:r>
            <a:r>
              <a:rPr lang="pt-BR" sz="1600" b="1" dirty="0"/>
              <a:t> por planta de trigo.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Quantidade de tratores na fazenda.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pt-BR" sz="1600" b="1" dirty="0"/>
              <a:t>Número de ovos produzidos por galinha por dia.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Contínuas: outros exemplos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Produtividade da cultura: Toneladas por hectare (t/ha) ou Sacas por hectare (</a:t>
            </a:r>
            <a:r>
              <a:rPr lang="pt-BR" sz="1600" b="1" dirty="0" err="1"/>
              <a:t>sc</a:t>
            </a:r>
            <a:r>
              <a:rPr lang="pt-BR" sz="1600" b="1" dirty="0"/>
              <a:t>/ha).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Peso do animal: Quilogramas (kg).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Índice Pluviométrico (chuva): Milímetros (mm).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Teor de umidade do grão: Porcentagem (%).</a:t>
            </a:r>
          </a:p>
          <a:p>
            <a:pPr marL="742950" lvl="1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1600" b="1" dirty="0"/>
              <a:t>Temperatura ambiente no aviário: Graus Celsius (</a:t>
            </a:r>
            <a:r>
              <a:rPr lang="pt-BR" sz="1600" b="1" baseline="30000" dirty="0" err="1"/>
              <a:t>o</a:t>
            </a:r>
            <a:r>
              <a:rPr lang="pt-BR" sz="1600" b="1" dirty="0" err="1"/>
              <a:t>C</a:t>
            </a:r>
            <a:r>
              <a:rPr lang="pt-BR" sz="1600" b="1" dirty="0"/>
              <a:t>). 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13432282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1984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803536" y="2252092"/>
            <a:ext cx="10753401" cy="2843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Porque “níveis de mensuração” são importantes?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sz="2400" b="1" dirty="0"/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Eles são fundamentais porque determinam </a:t>
            </a:r>
            <a:r>
              <a:rPr lang="pt-BR" sz="2400" b="1" dirty="0">
                <a:solidFill>
                  <a:srgbClr val="FF0000"/>
                </a:solidFill>
              </a:rPr>
              <a:t>quais análises estatísticas podem ser realizadas com segurança e como os dados devem ser interpretados/analisados</a:t>
            </a:r>
          </a:p>
          <a:p>
            <a:pPr>
              <a:lnSpc>
                <a:spcPct val="150000"/>
              </a:lnSpc>
              <a:spcAft>
                <a:spcPts val="110"/>
              </a:spcAft>
            </a:pPr>
            <a:endParaRPr lang="pt-B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5173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62812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651844" y="1710415"/>
            <a:ext cx="10888312" cy="38959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nominal: </a:t>
            </a:r>
            <a:r>
              <a:rPr lang="pt-BR" dirty="0"/>
              <a:t>apenas nomeiam ou rotulam variáveis em categorias, sem qualquer ordem ou hierarquia entre elas. 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Características:</a:t>
            </a:r>
            <a:r>
              <a:rPr lang="pt-BR" dirty="0"/>
              <a:t> Apenas rotulação. Não pode ser ordenado, somado ou subtraído.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Exemplos: </a:t>
            </a:r>
            <a:r>
              <a:rPr lang="pt-BR" dirty="0"/>
              <a:t>raça de gado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t-BR" b="1" dirty="0"/>
              <a:t>O que fazer: </a:t>
            </a:r>
            <a:r>
              <a:rPr lang="pt-BR" dirty="0"/>
              <a:t>Frequência (contagem) e moda. </a:t>
            </a:r>
          </a:p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>
              <a:solidFill>
                <a:srgbClr val="FF0000"/>
              </a:solidFill>
            </a:endParaRP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ordinal: </a:t>
            </a:r>
            <a:r>
              <a:rPr lang="pt-BR" dirty="0"/>
              <a:t>possuem uma ordem ou classificação lógica, mas a diferença numérica entre eles não é mensurável ou consistente.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Categorização + Ordem. Você sabe que 'A' é maior que 'B', mas não quanto a mais.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tamanho de touro categorizado em pequeno, médio e grande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</a:t>
            </a:r>
            <a:r>
              <a:rPr lang="pt-BR" dirty="0"/>
              <a:t>: Mediana e frequência. 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5ED500D4-496C-7599-2503-D51C1F16CA97}"/>
              </a:ext>
            </a:extLst>
          </p:cNvPr>
          <p:cNvSpPr txBox="1"/>
          <p:nvPr/>
        </p:nvSpPr>
        <p:spPr>
          <a:xfrm>
            <a:off x="1379095" y="5922319"/>
            <a:ext cx="9218951" cy="646331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pt-BR" i="1" dirty="0"/>
              <a:t>Pergunta: Faz sentido eu calcular uma média em uma base de dados em que estão codificados os números “1 – Angus” e “2 – </a:t>
            </a:r>
            <a:r>
              <a:rPr lang="pt-BR" i="1" dirty="0" err="1"/>
              <a:t>Hereford</a:t>
            </a:r>
            <a:r>
              <a:rPr lang="pt-BR" i="1" dirty="0"/>
              <a:t>”? E se fosse “1 – Pequeno” e “2 – Médio”?</a:t>
            </a:r>
          </a:p>
        </p:txBody>
      </p:sp>
    </p:spTree>
    <p:extLst>
      <p:ext uri="{BB962C8B-B14F-4D97-AF65-F5344CB8AC3E}">
        <p14:creationId xmlns:p14="http://schemas.microsoft.com/office/powerpoint/2010/main" val="3446963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4458" y="161686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651844" y="1552679"/>
            <a:ext cx="10888312" cy="42114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intervalar: </a:t>
            </a:r>
            <a:r>
              <a:rPr lang="pt-BR" dirty="0"/>
              <a:t>Dados numéricos onde a ordem importa e a diferença (intervalo) entre os valores é constante e mensurável, mas não existe um zero absoluto (ou seja, o zero não significa ausência total da variável). 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Temperatura em Celsius ou Fahrenheit (0°C não significa "ausência de temperatura"), QI, ano de nascimento.</a:t>
            </a:r>
          </a:p>
          <a:p>
            <a:pPr marL="742950" lvl="1" indent="-28575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Adição/Subtração, média, desvio padrão.</a:t>
            </a:r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endParaRPr lang="pt-BR" b="1" dirty="0"/>
          </a:p>
          <a:p>
            <a:pPr marL="342900" indent="-34290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b="1" dirty="0"/>
              <a:t>Nível razão: </a:t>
            </a:r>
            <a:r>
              <a:rPr lang="pt-BR" dirty="0"/>
              <a:t>O nível mais alto de medição. Possui todas as características do nível intervalar, mas com um zero absoluto significativo, o que permite calcular razões (proporções/multiplicação). 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Características: </a:t>
            </a:r>
            <a:r>
              <a:rPr lang="pt-BR" dirty="0"/>
              <a:t>Categoria + Ordem + Diferença igual + Zero absoluto (0 significa "nada").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Exemplos: </a:t>
            </a:r>
            <a:r>
              <a:rPr lang="pt-BR" dirty="0"/>
              <a:t>Altura, peso, idade, distância.</a:t>
            </a:r>
          </a:p>
          <a:p>
            <a:pPr marL="800100" lvl="1" indent="-342900">
              <a:spcAft>
                <a:spcPts val="110"/>
              </a:spcAft>
              <a:buFont typeface="Arial" panose="020B0604020202020204" pitchFamily="34" charset="0"/>
              <a:buChar char="•"/>
            </a:pPr>
            <a:r>
              <a:rPr lang="pt-BR" b="1" dirty="0"/>
              <a:t>O que fazer: </a:t>
            </a:r>
            <a:r>
              <a:rPr lang="pt-BR" dirty="0"/>
              <a:t>Todas as operações matemáticas (somar, subtrair, multiplicar, dividir), coeficiente de variação. </a:t>
            </a:r>
          </a:p>
        </p:txBody>
      </p:sp>
    </p:spTree>
    <p:extLst>
      <p:ext uri="{BB962C8B-B14F-4D97-AF65-F5344CB8AC3E}">
        <p14:creationId xmlns:p14="http://schemas.microsoft.com/office/powerpoint/2010/main" val="35368101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2822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D1D61B3D-F04A-A328-6D7E-B6112CFC85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4712" y="2070784"/>
            <a:ext cx="7702575" cy="317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335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5651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2D7DA205-FD4F-B71E-2F8B-352FF37353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9472" y="2058546"/>
            <a:ext cx="5377847" cy="432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07545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803536" y="156513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Nível de mensuração: nominal, ordinal, intervalar e razão 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1143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Hm... Ok, mas ainda não ficou clara o porque da distinção entre “intervalar” e “razão”.	</a:t>
            </a:r>
            <a:endParaRPr lang="pt-BR" sz="2400" b="1" dirty="0">
              <a:solidFill>
                <a:srgbClr val="FF0000"/>
              </a:solidFill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58B68E6-C144-5060-CA7D-7C17FE22680B}"/>
              </a:ext>
            </a:extLst>
          </p:cNvPr>
          <p:cNvSpPr txBox="1"/>
          <p:nvPr/>
        </p:nvSpPr>
        <p:spPr>
          <a:xfrm>
            <a:off x="939383" y="6430150"/>
            <a:ext cx="103132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i="1" dirty="0"/>
              <a:t>Retirado de https://www.reddit.com/r/statistics/comments/mh1blo/q_what_is_the_difference_between_interval_and/?tl=pt-br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71F18501-07D0-A985-61D0-917B8E1DCA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" y="3429000"/>
            <a:ext cx="5603173" cy="1244196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998EFE2-B89E-DC76-D434-88376055E0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5999" y="2817103"/>
            <a:ext cx="6039693" cy="219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1482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Tabela</a:t>
            </a:r>
            <a:endParaRPr lang="pt-BR" sz="1400" b="1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387B2521-0873-2B44-23CB-06F158F17A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3167" y="2317600"/>
            <a:ext cx="8400711" cy="2854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5391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1" name="Imagem 10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61149965-3367-6BC9-6804-26C7F2A938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5687" y="2361206"/>
            <a:ext cx="6375824" cy="3984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36848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AEF69BF5-D37C-4474-57A7-A57534FDD6C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0889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0CEA26AE-0683-B67F-BC37-373D3160DC2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46668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8" name="Imagem 7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B1CCA7E3-218E-F179-62AE-8328EF43C4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2145313"/>
            <a:ext cx="7315215" cy="4572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4955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Gráficos (linha, série temporal, coluna, barra e gráfico de setor/pizza). </a:t>
            </a:r>
            <a:endParaRPr lang="pt-BR" sz="1400" b="1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2A97601-E2DD-3BBC-74F4-2EA087A13F98}"/>
              </a:ext>
            </a:extLst>
          </p:cNvPr>
          <p:cNvSpPr txBox="1"/>
          <p:nvPr/>
        </p:nvSpPr>
        <p:spPr>
          <a:xfrm>
            <a:off x="1103819" y="140678"/>
            <a:ext cx="108883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32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Coleta e representação de dados (organização)</a:t>
            </a:r>
          </a:p>
        </p:txBody>
      </p:sp>
      <p:sp>
        <p:nvSpPr>
          <p:cNvPr id="9" name="AutoShape 4" descr="Imagem resultante">
            <a:extLst>
              <a:ext uri="{FF2B5EF4-FFF2-40B4-BE49-F238E27FC236}">
                <a16:creationId xmlns:a16="http://schemas.microsoft.com/office/drawing/2014/main" id="{8D99C18C-4384-15B5-AE25-CA173BF5FF2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599" y="3276599"/>
            <a:ext cx="1806315" cy="1806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pt-BR"/>
          </a:p>
        </p:txBody>
      </p:sp>
      <p:pic>
        <p:nvPicPr>
          <p:cNvPr id="12" name="Imagem 11" descr="Gráfico, Gráfico de pizza&#10;&#10;O conteúdo gerado por IA pode estar incorreto.">
            <a:extLst>
              <a:ext uri="{FF2B5EF4-FFF2-40B4-BE49-F238E27FC236}">
                <a16:creationId xmlns:a16="http://schemas.microsoft.com/office/drawing/2014/main" id="{65B2CA1E-D00D-E753-7DDF-737EC812D2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136" y="2094878"/>
            <a:ext cx="4991727" cy="4991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8741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CB9F02F1-AFED-6149-90A3-CE7F1933A8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8074" y="2317600"/>
            <a:ext cx="5915851" cy="4115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846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Histograma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61539A83-FA7C-7AD1-70FB-ECE4DD84D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36" y="2864969"/>
            <a:ext cx="5553154" cy="2421242"/>
          </a:xfrm>
          <a:prstGeom prst="rect">
            <a:avLst/>
          </a:prstGeom>
        </p:spPr>
      </p:pic>
      <p:sp>
        <p:nvSpPr>
          <p:cNvPr id="10" name="Seta: para a Direita 9">
            <a:extLst>
              <a:ext uri="{FF2B5EF4-FFF2-40B4-BE49-F238E27FC236}">
                <a16:creationId xmlns:a16="http://schemas.microsoft.com/office/drawing/2014/main" id="{2B1F81A8-3F77-3D25-0D91-989260BBD806}"/>
              </a:ext>
            </a:extLst>
          </p:cNvPr>
          <p:cNvSpPr/>
          <p:nvPr/>
        </p:nvSpPr>
        <p:spPr>
          <a:xfrm rot="1674956">
            <a:off x="2998033" y="4602809"/>
            <a:ext cx="614597" cy="58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CBE2905-AC6C-0446-21C0-36CE2B864BA5}"/>
              </a:ext>
            </a:extLst>
          </p:cNvPr>
          <p:cNvSpPr txBox="1"/>
          <p:nvPr/>
        </p:nvSpPr>
        <p:spPr>
          <a:xfrm>
            <a:off x="2168873" y="4308546"/>
            <a:ext cx="1049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Outlier!</a:t>
            </a:r>
          </a:p>
        </p:txBody>
      </p:sp>
      <p:pic>
        <p:nvPicPr>
          <p:cNvPr id="13" name="Imagem 12">
            <a:extLst>
              <a:ext uri="{FF2B5EF4-FFF2-40B4-BE49-F238E27FC236}">
                <a16:creationId xmlns:a16="http://schemas.microsoft.com/office/drawing/2014/main" id="{40652A95-1D6F-2C91-CA10-BBD91EE6FC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343" y="2316597"/>
            <a:ext cx="4502028" cy="310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28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F0AE4C95-B2E5-AD75-C8DB-CA9623F29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522" y="1757744"/>
            <a:ext cx="5487166" cy="4744112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0501C3D0-1DF0-41AE-C64F-7EABA969E7F3}"/>
              </a:ext>
            </a:extLst>
          </p:cNvPr>
          <p:cNvSpPr txBox="1"/>
          <p:nvPr/>
        </p:nvSpPr>
        <p:spPr>
          <a:xfrm>
            <a:off x="461729" y="3521592"/>
            <a:ext cx="37025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Mas antes... O que é um </a:t>
            </a:r>
            <a:r>
              <a:rPr lang="pt-BR" b="1" dirty="0" err="1"/>
              <a:t>boxplot</a:t>
            </a:r>
            <a:r>
              <a:rPr lang="pt-BR" b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623748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Distribuição de Frequências: histograma e Box-</a:t>
            </a:r>
            <a:r>
              <a:rPr lang="pt-BR" sz="2400" b="1" dirty="0" err="1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Plot</a:t>
            </a:r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para variáveis quantitativas e "outlier" (valor extremo).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1349600"/>
            <a:ext cx="10588509" cy="5890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 err="1"/>
              <a:t>Boxplot</a:t>
            </a:r>
            <a:r>
              <a:rPr lang="pt-BR" sz="2400" b="1" dirty="0"/>
              <a:t> com outlier</a:t>
            </a:r>
            <a:endParaRPr lang="pt-BR" sz="1400" b="1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96B5210F-1605-9FC7-8E4A-D66BA6A8C8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7574" y="2183090"/>
            <a:ext cx="6096851" cy="4163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026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Conector reto 6">
            <a:extLst>
              <a:ext uri="{FF2B5EF4-FFF2-40B4-BE49-F238E27FC236}">
                <a16:creationId xmlns:a16="http://schemas.microsoft.com/office/drawing/2014/main" id="{280B8309-4572-4E27-8B6F-D29679313292}"/>
              </a:ext>
            </a:extLst>
          </p:cNvPr>
          <p:cNvCxnSpPr>
            <a:cxnSpLocks/>
          </p:cNvCxnSpPr>
          <p:nvPr/>
        </p:nvCxnSpPr>
        <p:spPr>
          <a:xfrm>
            <a:off x="-112541" y="970671"/>
            <a:ext cx="8328073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39AE06C5-34BE-4D68-97C3-4C07702C2DF6}"/>
              </a:ext>
            </a:extLst>
          </p:cNvPr>
          <p:cNvSpPr txBox="1"/>
          <p:nvPr/>
        </p:nvSpPr>
        <p:spPr>
          <a:xfrm>
            <a:off x="1103819" y="140678"/>
            <a:ext cx="108883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solidFill>
                  <a:srgbClr val="00206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Representações Gráficas</a:t>
            </a:r>
          </a:p>
        </p:txBody>
      </p:sp>
      <p:pic>
        <p:nvPicPr>
          <p:cNvPr id="2" name="Picture 2" descr="UFRGS na Serra | Visão de futuro e coragem para inovar">
            <a:extLst>
              <a:ext uri="{FF2B5EF4-FFF2-40B4-BE49-F238E27FC236}">
                <a16:creationId xmlns:a16="http://schemas.microsoft.com/office/drawing/2014/main" id="{567C8E3D-C535-EC50-849C-270CEB4B8A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922" y="6346096"/>
            <a:ext cx="683614" cy="445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C9663204-9A6C-C5D7-7C9B-AAF5653911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02599" y="6212508"/>
            <a:ext cx="1329440" cy="578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B84190D-BF19-CEFE-E86D-F0B0EBBA7C0B}"/>
              </a:ext>
            </a:extLst>
          </p:cNvPr>
          <p:cNvSpPr txBox="1"/>
          <p:nvPr/>
        </p:nvSpPr>
        <p:spPr>
          <a:xfrm>
            <a:off x="1103819" y="2580466"/>
            <a:ext cx="10588509" cy="169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spcAft>
                <a:spcPts val="110"/>
              </a:spcAft>
              <a:buFont typeface="Wingdings" panose="05000000000000000000" pitchFamily="2" charset="2"/>
              <a:buChar char="Ø"/>
            </a:pPr>
            <a:r>
              <a:rPr lang="pt-BR" sz="2400" b="1" dirty="0"/>
              <a:t>Para mais exemplos interessantes de representações gráficas recomenda-se acessar o material presente em </a:t>
            </a:r>
            <a:r>
              <a:rPr lang="pt-BR" sz="2400" b="1" dirty="0">
                <a:solidFill>
                  <a:srgbClr val="0070C0"/>
                </a:solidFill>
              </a:rPr>
              <a:t>https://www.ufrgs.br/probabilidade-estatistica/slides/slides_1/1-3_Representacoes%20graficas.pdf</a:t>
            </a:r>
            <a:endParaRPr lang="pt-BR" sz="1400" b="1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53604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25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7362</TotalTime>
  <Words>1464</Words>
  <Application>Microsoft Office PowerPoint</Application>
  <PresentationFormat>Widescreen</PresentationFormat>
  <Paragraphs>157</Paragraphs>
  <Slides>27</Slides>
  <Notes>26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27</vt:i4>
      </vt:variant>
    </vt:vector>
  </HeadingPairs>
  <TitlesOfParts>
    <vt:vector size="34" baseType="lpstr">
      <vt:lpstr>Arial</vt:lpstr>
      <vt:lpstr>Arial Nova</vt:lpstr>
      <vt:lpstr>Calibri</vt:lpstr>
      <vt:lpstr>Calibri Light</vt:lpstr>
      <vt:lpstr>Cambria</vt:lpstr>
      <vt:lpstr>Wingdings</vt:lpstr>
      <vt:lpstr>Tema do Office</vt:lpstr>
      <vt:lpstr>MAT02201 – Métodos Estatísticos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Ciência de Dados e Inteligência Artificial</dc:title>
  <dc:creator>RENAN XAVIER CORTES</dc:creator>
  <cp:lastModifiedBy>Renan Xavier Cortes</cp:lastModifiedBy>
  <cp:revision>106</cp:revision>
  <dcterms:created xsi:type="dcterms:W3CDTF">2020-10-25T10:14:05Z</dcterms:created>
  <dcterms:modified xsi:type="dcterms:W3CDTF">2026-01-26T15:01:45Z</dcterms:modified>
</cp:coreProperties>
</file>